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5" r:id="rId3"/>
  </p:sldMasterIdLst>
  <p:notesMasterIdLst>
    <p:notesMasterId r:id="rId5"/>
  </p:notesMasterIdLst>
  <p:handoutMasterIdLst>
    <p:handoutMasterId r:id="rId20"/>
  </p:handoutMasterIdLst>
  <p:sldIdLst>
    <p:sldId id="664" r:id="rId4"/>
    <p:sldId id="666" r:id="rId6"/>
    <p:sldId id="617" r:id="rId7"/>
    <p:sldId id="605" r:id="rId8"/>
    <p:sldId id="596" r:id="rId9"/>
    <p:sldId id="667" r:id="rId10"/>
    <p:sldId id="677" r:id="rId11"/>
    <p:sldId id="609" r:id="rId12"/>
    <p:sldId id="673" r:id="rId13"/>
    <p:sldId id="672" r:id="rId14"/>
    <p:sldId id="676" r:id="rId15"/>
    <p:sldId id="675" r:id="rId16"/>
    <p:sldId id="681" r:id="rId17"/>
    <p:sldId id="552" r:id="rId18"/>
    <p:sldId id="680" r:id="rId19"/>
  </p:sldIdLst>
  <p:sldSz cx="12195175" cy="6859270"/>
  <p:notesSz cx="6858000" cy="9144000"/>
  <p:custDataLst>
    <p:tags r:id="rId24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Rockwell" panose="02060603020205020403" pitchFamily="18" charset="0"/>
        <a:ea typeface="宋体" panose="02010600030101010101" pitchFamily="2" charset="-122"/>
        <a:cs typeface="+mn-cs"/>
      </a:defRPr>
    </a:lvl1pPr>
    <a:lvl2pPr marL="54419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Rockwell" panose="02060603020205020403" pitchFamily="18" charset="0"/>
        <a:ea typeface="宋体" panose="02010600030101010101" pitchFamily="2" charset="-122"/>
        <a:cs typeface="+mn-cs"/>
      </a:defRPr>
    </a:lvl2pPr>
    <a:lvl3pPr marL="108902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Rockwell" panose="02060603020205020403" pitchFamily="18" charset="0"/>
        <a:ea typeface="宋体" panose="02010600030101010101" pitchFamily="2" charset="-122"/>
        <a:cs typeface="+mn-cs"/>
      </a:defRPr>
    </a:lvl3pPr>
    <a:lvl4pPr marL="163322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Rockwell" panose="02060603020205020403" pitchFamily="18" charset="0"/>
        <a:ea typeface="宋体" panose="02010600030101010101" pitchFamily="2" charset="-122"/>
        <a:cs typeface="+mn-cs"/>
      </a:defRPr>
    </a:lvl4pPr>
    <a:lvl5pPr marL="217741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Rockwell" panose="02060603020205020403" pitchFamily="18" charset="0"/>
        <a:ea typeface="宋体" panose="02010600030101010101" pitchFamily="2" charset="-122"/>
        <a:cs typeface="+mn-cs"/>
      </a:defRPr>
    </a:lvl5pPr>
    <a:lvl6pPr marL="2721610" algn="l" defTabSz="1089025" rtl="0" eaLnBrk="1" latinLnBrk="0" hangingPunct="1">
      <a:defRPr kern="1200">
        <a:solidFill>
          <a:schemeClr val="tx1"/>
        </a:solidFill>
        <a:latin typeface="Rockwell" panose="02060603020205020403" pitchFamily="18" charset="0"/>
        <a:ea typeface="宋体" panose="02010600030101010101" pitchFamily="2" charset="-122"/>
        <a:cs typeface="+mn-cs"/>
      </a:defRPr>
    </a:lvl6pPr>
    <a:lvl7pPr marL="3266440" algn="l" defTabSz="1089025" rtl="0" eaLnBrk="1" latinLnBrk="0" hangingPunct="1">
      <a:defRPr kern="1200">
        <a:solidFill>
          <a:schemeClr val="tx1"/>
        </a:solidFill>
        <a:latin typeface="Rockwell" panose="02060603020205020403" pitchFamily="18" charset="0"/>
        <a:ea typeface="宋体" panose="02010600030101010101" pitchFamily="2" charset="-122"/>
        <a:cs typeface="+mn-cs"/>
      </a:defRPr>
    </a:lvl7pPr>
    <a:lvl8pPr marL="3810635" algn="l" defTabSz="1089025" rtl="0" eaLnBrk="1" latinLnBrk="0" hangingPunct="1">
      <a:defRPr kern="1200">
        <a:solidFill>
          <a:schemeClr val="tx1"/>
        </a:solidFill>
        <a:latin typeface="Rockwell" panose="02060603020205020403" pitchFamily="18" charset="0"/>
        <a:ea typeface="宋体" panose="02010600030101010101" pitchFamily="2" charset="-122"/>
        <a:cs typeface="+mn-cs"/>
      </a:defRPr>
    </a:lvl8pPr>
    <a:lvl9pPr marL="4354830" algn="l" defTabSz="1089025" rtl="0" eaLnBrk="1" latinLnBrk="0" hangingPunct="1">
      <a:defRPr kern="1200">
        <a:solidFill>
          <a:schemeClr val="tx1"/>
        </a:solidFill>
        <a:latin typeface="Rockwell" panose="02060603020205020403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336" userDrawn="1">
          <p15:clr>
            <a:srgbClr val="A4A3A4"/>
          </p15:clr>
        </p15:guide>
        <p15:guide id="3" orient="horz" pos="3997" userDrawn="1">
          <p15:clr>
            <a:srgbClr val="A4A3A4"/>
          </p15:clr>
        </p15:guide>
        <p15:guide id="4" pos="3841" userDrawn="1">
          <p15:clr>
            <a:srgbClr val="A4A3A4"/>
          </p15:clr>
        </p15:guide>
        <p15:guide id="5" pos="433" userDrawn="1">
          <p15:clr>
            <a:srgbClr val="A4A3A4"/>
          </p15:clr>
        </p15:guide>
        <p15:guide id="6" pos="725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8C5BD"/>
    <a:srgbClr val="231F20"/>
    <a:srgbClr val="412E28"/>
    <a:srgbClr val="BCDCE7"/>
    <a:srgbClr val="231A15"/>
    <a:srgbClr val="7EA3F5"/>
    <a:srgbClr val="E1EDFF"/>
    <a:srgbClr val="8576B8"/>
    <a:srgbClr val="002E73"/>
    <a:srgbClr val="1614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338" autoAdjust="0"/>
    <p:restoredTop sz="94660"/>
  </p:normalViewPr>
  <p:slideViewPr>
    <p:cSldViewPr showGuides="1">
      <p:cViewPr varScale="1">
        <p:scale>
          <a:sx n="66" d="100"/>
          <a:sy n="66" d="100"/>
        </p:scale>
        <p:origin x="102" y="558"/>
      </p:cViewPr>
      <p:guideLst>
        <p:guide orient="horz" pos="2160"/>
        <p:guide orient="horz" pos="336"/>
        <p:guide orient="horz" pos="3997"/>
        <p:guide pos="3841"/>
        <p:guide pos="433"/>
        <p:guide pos="725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46" y="-120"/>
      </p:cViewPr>
      <p:guideLst>
        <p:guide orient="horz" pos="2879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gs" Target="tags/tag40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ea typeface="字魂36号-正文宋楷" panose="000005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5F79B9-B306-4393-BDEE-A582750E71C3}" type="datetimeFigureOut">
              <a:rPr lang="zh-CN" altLang="en-US" smtClean="0">
                <a:ea typeface="字魂36号-正文宋楷" panose="00000500000000000000" charset="-122"/>
              </a:rPr>
            </a:fld>
            <a:endParaRPr lang="zh-CN" altLang="en-US">
              <a:ea typeface="字魂36号-正文宋楷" panose="000005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ea typeface="字魂36号-正文宋楷" panose="000005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AE7E33-F89F-41F1-924F-2B2BBDA1E022}" type="slidenum">
              <a:rPr lang="zh-CN" altLang="en-US" smtClean="0">
                <a:ea typeface="字魂36号-正文宋楷" panose="00000500000000000000" charset="-122"/>
              </a:rPr>
            </a:fld>
            <a:endParaRPr lang="zh-CN" altLang="en-US">
              <a:ea typeface="字魂36号-正文宋楷" panose="000005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Arial" panose="020B0604020202020204" pitchFamily="34" charset="0"/>
                <a:ea typeface="字魂36号-正文宋楷" panose="00000500000000000000" charset="-122"/>
              </a:defRPr>
            </a:lvl1pPr>
          </a:lstStyle>
          <a:p>
            <a:endParaRPr lang="en-US" altLang="zh-CN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Arial" panose="020B0604020202020204" pitchFamily="34" charset="0"/>
                <a:ea typeface="字魂36号-正文宋楷" panose="00000500000000000000" charset="-122"/>
              </a:defRPr>
            </a:lvl1pPr>
          </a:lstStyle>
          <a:p>
            <a:endParaRPr lang="en-US" altLang="zh-CN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B0604020202020204" pitchFamily="34" charset="0"/>
                <a:ea typeface="字魂36号-正文宋楷" panose="00000500000000000000" charset="-122"/>
              </a:defRPr>
            </a:lvl1pPr>
          </a:lstStyle>
          <a:p>
            <a:endParaRPr lang="en-US" altLang="zh-CN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" panose="020B0604020202020204" pitchFamily="34" charset="0"/>
                <a:ea typeface="字魂36号-正文宋楷" panose="00000500000000000000" charset="-122"/>
              </a:defRPr>
            </a:lvl1pPr>
          </a:lstStyle>
          <a:p>
            <a:fld id="{F9743CD7-97CD-4F57-B351-69A253B17F80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字魂36号-正文宋楷" panose="00000500000000000000" charset="-122"/>
        <a:cs typeface="+mn-cs"/>
      </a:defRPr>
    </a:lvl1pPr>
    <a:lvl2pPr marL="544195" algn="l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字魂36号-正文宋楷" panose="00000500000000000000" charset="-122"/>
        <a:cs typeface="+mn-cs"/>
      </a:defRPr>
    </a:lvl2pPr>
    <a:lvl3pPr marL="1089025" algn="l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字魂36号-正文宋楷" panose="00000500000000000000" charset="-122"/>
        <a:cs typeface="+mn-cs"/>
      </a:defRPr>
    </a:lvl3pPr>
    <a:lvl4pPr marL="1633220" algn="l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字魂36号-正文宋楷" panose="00000500000000000000" charset="-122"/>
        <a:cs typeface="+mn-cs"/>
      </a:defRPr>
    </a:lvl4pPr>
    <a:lvl5pPr marL="2177415" algn="l" rtl="0" fontAlgn="base">
      <a:spcBef>
        <a:spcPct val="3000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字魂36号-正文宋楷" panose="00000500000000000000" charset="-122"/>
        <a:cs typeface="+mn-cs"/>
      </a:defRPr>
    </a:lvl5pPr>
    <a:lvl6pPr marL="2721610" algn="l" defTabSz="108902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6440" algn="l" defTabSz="108902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0635" algn="l" defTabSz="108902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4830" algn="l" defTabSz="108902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19DB4961-5944-45E4-859B-0226209DDE1C}" type="slidenum">
              <a:rPr lang="en-US" altLang="zh-CN"/>
            </a:fld>
            <a:endParaRPr lang="en-US" altLang="zh-CN" dirty="0"/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19DB4961-5944-45E4-859B-0226209DDE1C}" type="slidenum">
              <a:rPr lang="en-US" altLang="zh-CN"/>
            </a:fld>
            <a:endParaRPr lang="en-US" altLang="zh-CN" dirty="0"/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2A0F9D-3357-4A94-85C8-3B842B870DC6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19DB4961-5944-45E4-859B-0226209DDE1C}" type="slidenum">
              <a:rPr lang="en-US" altLang="zh-CN"/>
            </a:fld>
            <a:endParaRPr lang="en-US" altLang="zh-CN" dirty="0"/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2A0F9D-3357-4A94-85C8-3B842B870DC6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19DB4961-5944-45E4-859B-0226209DDE1C}" type="slidenum">
              <a:rPr lang="en-US" altLang="zh-CN"/>
            </a:fld>
            <a:endParaRPr lang="en-US" altLang="zh-CN" dirty="0"/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2A0F9D-3357-4A94-85C8-3B842B870DC6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8000" y="1704"/>
            <a:ext cx="9747175" cy="685776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" y="110"/>
            <a:ext cx="8502379" cy="6857780"/>
          </a:xfrm>
          <a:prstGeom prst="rect">
            <a:avLst/>
          </a:prstGeom>
        </p:spPr>
      </p:pic>
      <p:sp>
        <p:nvSpPr>
          <p:cNvPr id="3" name="图文框 2"/>
          <p:cNvSpPr/>
          <p:nvPr userDrawn="1"/>
        </p:nvSpPr>
        <p:spPr>
          <a:xfrm>
            <a:off x="0" y="0"/>
            <a:ext cx="12195175" cy="6859588"/>
          </a:xfrm>
          <a:prstGeom prst="frame">
            <a:avLst>
              <a:gd name="adj1" fmla="val 175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" y="0"/>
            <a:ext cx="12192000" cy="6858000"/>
          </a:xfrm>
          <a:prstGeom prst="rect">
            <a:avLst/>
          </a:prstGeom>
        </p:spPr>
      </p:pic>
      <p:sp>
        <p:nvSpPr>
          <p:cNvPr id="5" name="图文框 4"/>
          <p:cNvSpPr/>
          <p:nvPr userDrawn="1"/>
        </p:nvSpPr>
        <p:spPr>
          <a:xfrm>
            <a:off x="0" y="0"/>
            <a:ext cx="12195175" cy="6859588"/>
          </a:xfrm>
          <a:prstGeom prst="frame">
            <a:avLst>
              <a:gd name="adj1" fmla="val 175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0"/>
            <a:ext cx="12195175" cy="6859270"/>
            <a:chOff x="0" y="0"/>
            <a:chExt cx="19205" cy="10802"/>
          </a:xfrm>
        </p:grpSpPr>
        <p:sp>
          <p:nvSpPr>
            <p:cNvPr id="8" name="矩形 7"/>
            <p:cNvSpPr/>
            <p:nvPr userDrawn="1"/>
          </p:nvSpPr>
          <p:spPr>
            <a:xfrm flipV="1">
              <a:off x="0" y="1191"/>
              <a:ext cx="11339" cy="624"/>
            </a:xfrm>
            <a:prstGeom prst="rect">
              <a:avLst/>
            </a:prstGeom>
            <a:solidFill>
              <a:srgbClr val="F8C5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图文框 9"/>
            <p:cNvSpPr/>
            <p:nvPr userDrawn="1"/>
          </p:nvSpPr>
          <p:spPr>
            <a:xfrm>
              <a:off x="0" y="0"/>
              <a:ext cx="19205" cy="10803"/>
            </a:xfrm>
            <a:prstGeom prst="frame">
              <a:avLst>
                <a:gd name="adj1" fmla="val 1756"/>
              </a:avLst>
            </a:prstGeom>
            <a:solidFill>
              <a:srgbClr val="F8C5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等腰三角形 10"/>
            <p:cNvSpPr/>
            <p:nvPr userDrawn="1"/>
          </p:nvSpPr>
          <p:spPr>
            <a:xfrm rot="16200000">
              <a:off x="18553" y="1162"/>
              <a:ext cx="624" cy="680"/>
            </a:xfrm>
            <a:prstGeom prst="triangle">
              <a:avLst/>
            </a:prstGeom>
            <a:solidFill>
              <a:srgbClr val="F8C5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文框 5"/>
          <p:cNvSpPr/>
          <p:nvPr userDrawn="1"/>
        </p:nvSpPr>
        <p:spPr>
          <a:xfrm>
            <a:off x="0" y="0"/>
            <a:ext cx="12195175" cy="6859588"/>
          </a:xfrm>
          <a:prstGeom prst="frame">
            <a:avLst>
              <a:gd name="adj1" fmla="val 1756"/>
            </a:avLst>
          </a:prstGeom>
          <a:solidFill>
            <a:srgbClr val="F8C5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27C80-5FD3-4361-BB31-75FBA1966619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758" y="1600571"/>
            <a:ext cx="5386202" cy="4527011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9215" y="1600571"/>
            <a:ext cx="5386202" cy="4527011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A406FD-032E-4C58-95B5-1848DA22B9B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759" y="1535469"/>
            <a:ext cx="5388320" cy="639910"/>
          </a:xfrm>
        </p:spPr>
        <p:txBody>
          <a:bodyPr anchor="b"/>
          <a:lstStyle>
            <a:lvl1pPr marL="0" indent="0">
              <a:buNone/>
              <a:defRPr sz="2900" b="1"/>
            </a:lvl1pPr>
            <a:lvl2pPr marL="544195" indent="0">
              <a:buNone/>
              <a:defRPr sz="2400" b="1"/>
            </a:lvl2pPr>
            <a:lvl3pPr marL="1089025" indent="0">
              <a:buNone/>
              <a:defRPr sz="2100" b="1"/>
            </a:lvl3pPr>
            <a:lvl4pPr marL="1633220" indent="0">
              <a:buNone/>
              <a:defRPr sz="1900" b="1"/>
            </a:lvl4pPr>
            <a:lvl5pPr marL="2177415" indent="0">
              <a:buNone/>
              <a:defRPr sz="1900" b="1"/>
            </a:lvl5pPr>
            <a:lvl6pPr marL="2721610" indent="0">
              <a:buNone/>
              <a:defRPr sz="1900" b="1"/>
            </a:lvl6pPr>
            <a:lvl7pPr marL="3266440" indent="0">
              <a:buNone/>
              <a:defRPr sz="1900" b="1"/>
            </a:lvl7pPr>
            <a:lvl8pPr marL="3810635" indent="0">
              <a:buNone/>
              <a:defRPr sz="1900" b="1"/>
            </a:lvl8pPr>
            <a:lvl9pPr marL="4354830" indent="0">
              <a:buNone/>
              <a:defRPr sz="19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759" y="2175378"/>
            <a:ext cx="5388320" cy="3952203"/>
          </a:xfrm>
        </p:spPr>
        <p:txBody>
          <a:bodyPr/>
          <a:lstStyle>
            <a:lvl1pPr>
              <a:defRPr sz="2900"/>
            </a:lvl1pPr>
            <a:lvl2pPr>
              <a:defRPr sz="24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4980" y="1535469"/>
            <a:ext cx="5390436" cy="639910"/>
          </a:xfrm>
        </p:spPr>
        <p:txBody>
          <a:bodyPr anchor="b"/>
          <a:lstStyle>
            <a:lvl1pPr marL="0" indent="0">
              <a:buNone/>
              <a:defRPr sz="2900" b="1"/>
            </a:lvl1pPr>
            <a:lvl2pPr marL="544195" indent="0">
              <a:buNone/>
              <a:defRPr sz="2400" b="1"/>
            </a:lvl2pPr>
            <a:lvl3pPr marL="1089025" indent="0">
              <a:buNone/>
              <a:defRPr sz="2100" b="1"/>
            </a:lvl3pPr>
            <a:lvl4pPr marL="1633220" indent="0">
              <a:buNone/>
              <a:defRPr sz="1900" b="1"/>
            </a:lvl4pPr>
            <a:lvl5pPr marL="2177415" indent="0">
              <a:buNone/>
              <a:defRPr sz="1900" b="1"/>
            </a:lvl5pPr>
            <a:lvl6pPr marL="2721610" indent="0">
              <a:buNone/>
              <a:defRPr sz="1900" b="1"/>
            </a:lvl6pPr>
            <a:lvl7pPr marL="3266440" indent="0">
              <a:buNone/>
              <a:defRPr sz="1900" b="1"/>
            </a:lvl7pPr>
            <a:lvl8pPr marL="3810635" indent="0">
              <a:buNone/>
              <a:defRPr sz="1900" b="1"/>
            </a:lvl8pPr>
            <a:lvl9pPr marL="4354830" indent="0">
              <a:buNone/>
              <a:defRPr sz="19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4980" y="2175378"/>
            <a:ext cx="5390436" cy="3952203"/>
          </a:xfrm>
        </p:spPr>
        <p:txBody>
          <a:bodyPr/>
          <a:lstStyle>
            <a:lvl1pPr>
              <a:defRPr sz="2900"/>
            </a:lvl1pPr>
            <a:lvl2pPr>
              <a:defRPr sz="24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837FDC-5057-4295-9D29-1F1664A2B3D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1A274E-B122-4DCB-ACB9-9C2AF45C2A3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760" y="273114"/>
            <a:ext cx="4012129" cy="1162319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975" y="273114"/>
            <a:ext cx="6817442" cy="5854468"/>
          </a:xfrm>
        </p:spPr>
        <p:txBody>
          <a:bodyPr/>
          <a:lstStyle>
            <a:lvl1pPr>
              <a:defRPr sz="3800"/>
            </a:lvl1pPr>
            <a:lvl2pPr>
              <a:defRPr sz="3400"/>
            </a:lvl2pPr>
            <a:lvl3pPr>
              <a:defRPr sz="29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760" y="1435433"/>
            <a:ext cx="4012129" cy="4692150"/>
          </a:xfrm>
        </p:spPr>
        <p:txBody>
          <a:bodyPr/>
          <a:lstStyle>
            <a:lvl1pPr marL="0" indent="0">
              <a:buNone/>
              <a:defRPr sz="1600"/>
            </a:lvl1pPr>
            <a:lvl2pPr marL="544195" indent="0">
              <a:buNone/>
              <a:defRPr sz="1400"/>
            </a:lvl2pPr>
            <a:lvl3pPr marL="1089025" indent="0">
              <a:buNone/>
              <a:defRPr sz="1200"/>
            </a:lvl3pPr>
            <a:lvl4pPr marL="1633220" indent="0">
              <a:buNone/>
              <a:defRPr sz="1100"/>
            </a:lvl4pPr>
            <a:lvl5pPr marL="2177415" indent="0">
              <a:buNone/>
              <a:defRPr sz="1100"/>
            </a:lvl5pPr>
            <a:lvl6pPr marL="2721610" indent="0">
              <a:buNone/>
              <a:defRPr sz="1100"/>
            </a:lvl6pPr>
            <a:lvl7pPr marL="3266440" indent="0">
              <a:buNone/>
              <a:defRPr sz="1100"/>
            </a:lvl7pPr>
            <a:lvl8pPr marL="3810635" indent="0">
              <a:buNone/>
              <a:defRPr sz="1100"/>
            </a:lvl8pPr>
            <a:lvl9pPr marL="435483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BEC569-D044-472C-A2F2-BA37D28F2E8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340" y="4801712"/>
            <a:ext cx="7317105" cy="566869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340" y="612917"/>
            <a:ext cx="7317105" cy="4115753"/>
          </a:xfrm>
        </p:spPr>
        <p:txBody>
          <a:bodyPr/>
          <a:lstStyle>
            <a:lvl1pPr marL="0" indent="0">
              <a:buNone/>
              <a:defRPr sz="3800"/>
            </a:lvl1pPr>
            <a:lvl2pPr marL="544195" indent="0">
              <a:buNone/>
              <a:defRPr sz="3400"/>
            </a:lvl2pPr>
            <a:lvl3pPr marL="1089025" indent="0">
              <a:buNone/>
              <a:defRPr sz="2900"/>
            </a:lvl3pPr>
            <a:lvl4pPr marL="1633220" indent="0">
              <a:buNone/>
              <a:defRPr sz="2400"/>
            </a:lvl4pPr>
            <a:lvl5pPr marL="2177415" indent="0">
              <a:buNone/>
              <a:defRPr sz="2400"/>
            </a:lvl5pPr>
            <a:lvl6pPr marL="2721610" indent="0">
              <a:buNone/>
              <a:defRPr sz="2400"/>
            </a:lvl6pPr>
            <a:lvl7pPr marL="3266440" indent="0">
              <a:buNone/>
              <a:defRPr sz="2400"/>
            </a:lvl7pPr>
            <a:lvl8pPr marL="3810635" indent="0">
              <a:buNone/>
              <a:defRPr sz="2400"/>
            </a:lvl8pPr>
            <a:lvl9pPr marL="4354830" indent="0">
              <a:buNone/>
              <a:defRPr sz="24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340" y="5368582"/>
            <a:ext cx="7317105" cy="805048"/>
          </a:xfrm>
        </p:spPr>
        <p:txBody>
          <a:bodyPr/>
          <a:lstStyle>
            <a:lvl1pPr marL="0" indent="0">
              <a:buNone/>
              <a:defRPr sz="1600"/>
            </a:lvl1pPr>
            <a:lvl2pPr marL="544195" indent="0">
              <a:buNone/>
              <a:defRPr sz="1400"/>
            </a:lvl2pPr>
            <a:lvl3pPr marL="1089025" indent="0">
              <a:buNone/>
              <a:defRPr sz="1200"/>
            </a:lvl3pPr>
            <a:lvl4pPr marL="1633220" indent="0">
              <a:buNone/>
              <a:defRPr sz="1100"/>
            </a:lvl4pPr>
            <a:lvl5pPr marL="2177415" indent="0">
              <a:buNone/>
              <a:defRPr sz="1100"/>
            </a:lvl5pPr>
            <a:lvl6pPr marL="2721610" indent="0">
              <a:buNone/>
              <a:defRPr sz="1100"/>
            </a:lvl6pPr>
            <a:lvl7pPr marL="3266440" indent="0">
              <a:buNone/>
              <a:defRPr sz="1100"/>
            </a:lvl7pPr>
            <a:lvl8pPr marL="3810635" indent="0">
              <a:buNone/>
              <a:defRPr sz="1100"/>
            </a:lvl8pPr>
            <a:lvl9pPr marL="435483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3AE886-EFA1-4CF3-9226-1AC44F41EA8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13DEBC-6A62-4123-98C2-AEEE7EE20F0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1502" y="274703"/>
            <a:ext cx="2743914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759" y="274703"/>
            <a:ext cx="8028490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41277D-9524-42B7-AE1B-6471F281CBE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418" y="365193"/>
            <a:ext cx="10518338" cy="132580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418" y="1825963"/>
            <a:ext cx="10518338" cy="43521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418" y="6357528"/>
            <a:ext cx="2743914" cy="365193"/>
          </a:xfrm>
        </p:spPr>
        <p:txBody>
          <a:bodyPr/>
          <a:lstStyle/>
          <a:p>
            <a:fld id="{B58979D9-E8A7-4020-9F53-DCBB734542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652" y="6357528"/>
            <a:ext cx="4115872" cy="36519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2842" y="6357528"/>
            <a:ext cx="2743914" cy="365193"/>
          </a:xfrm>
        </p:spPr>
        <p:txBody>
          <a:bodyPr/>
          <a:lstStyle/>
          <a:p>
            <a:fld id="{C202D614-3122-4AE3-B731-49486E3899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638" y="2130822"/>
            <a:ext cx="10365899" cy="147029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9276" y="3886920"/>
            <a:ext cx="8536623" cy="175292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9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90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6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82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7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638" y="2130822"/>
            <a:ext cx="10365899" cy="147029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9276" y="3886920"/>
            <a:ext cx="8536623" cy="175292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9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90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6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82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7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335" y="4407717"/>
            <a:ext cx="10365899" cy="1362327"/>
          </a:xfrm>
        </p:spPr>
        <p:txBody>
          <a:bodyPr anchor="t"/>
          <a:lstStyle>
            <a:lvl1pPr algn="l">
              <a:defRPr sz="5335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335" y="2907251"/>
            <a:ext cx="10365899" cy="1500465"/>
          </a:xfrm>
        </p:spPr>
        <p:txBody>
          <a:bodyPr anchor="b"/>
          <a:lstStyle>
            <a:lvl1pPr marL="0" indent="0">
              <a:buNone/>
              <a:defRPr sz="2665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3pPr>
            <a:lvl4pPr marL="1829435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4pPr>
            <a:lvl5pPr marL="2439035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5pPr>
            <a:lvl6pPr marL="3048635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6pPr>
            <a:lvl7pPr marL="3658235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7pPr>
            <a:lvl8pPr marL="4267835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8pPr>
            <a:lvl9pPr marL="4877435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759" y="1600497"/>
            <a:ext cx="5386202" cy="4526801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9214" y="1600497"/>
            <a:ext cx="5386202" cy="4526801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759" y="1535397"/>
            <a:ext cx="5388320" cy="63988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9435" indent="0">
              <a:buNone/>
              <a:defRPr sz="2135" b="1"/>
            </a:lvl4pPr>
            <a:lvl5pPr marL="2439035" indent="0">
              <a:buNone/>
              <a:defRPr sz="2135" b="1"/>
            </a:lvl5pPr>
            <a:lvl6pPr marL="3048635" indent="0">
              <a:buNone/>
              <a:defRPr sz="2135" b="1"/>
            </a:lvl6pPr>
            <a:lvl7pPr marL="3658235" indent="0">
              <a:buNone/>
              <a:defRPr sz="2135" b="1"/>
            </a:lvl7pPr>
            <a:lvl8pPr marL="4267835" indent="0">
              <a:buNone/>
              <a:defRPr sz="2135" b="1"/>
            </a:lvl8pPr>
            <a:lvl9pPr marL="4877435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759" y="2175278"/>
            <a:ext cx="5388320" cy="3952020"/>
          </a:xfrm>
        </p:spPr>
        <p:txBody>
          <a:bodyPr/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4984" y="1535397"/>
            <a:ext cx="5390436" cy="63988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9435" indent="0">
              <a:buNone/>
              <a:defRPr sz="2135" b="1"/>
            </a:lvl4pPr>
            <a:lvl5pPr marL="2439035" indent="0">
              <a:buNone/>
              <a:defRPr sz="2135" b="1"/>
            </a:lvl5pPr>
            <a:lvl6pPr marL="3048635" indent="0">
              <a:buNone/>
              <a:defRPr sz="2135" b="1"/>
            </a:lvl6pPr>
            <a:lvl7pPr marL="3658235" indent="0">
              <a:buNone/>
              <a:defRPr sz="2135" b="1"/>
            </a:lvl7pPr>
            <a:lvl8pPr marL="4267835" indent="0">
              <a:buNone/>
              <a:defRPr sz="2135" b="1"/>
            </a:lvl8pPr>
            <a:lvl9pPr marL="4877435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4984" y="2175278"/>
            <a:ext cx="5390436" cy="3952020"/>
          </a:xfrm>
        </p:spPr>
        <p:txBody>
          <a:bodyPr/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762" y="273100"/>
            <a:ext cx="4012129" cy="1162266"/>
          </a:xfrm>
        </p:spPr>
        <p:txBody>
          <a:bodyPr anchor="b"/>
          <a:lstStyle>
            <a:lvl1pPr algn="l">
              <a:defRPr sz="2665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974" y="273103"/>
            <a:ext cx="6817442" cy="5854197"/>
          </a:xfrm>
        </p:spPr>
        <p:txBody>
          <a:bodyPr/>
          <a:lstStyle>
            <a:lvl1pPr>
              <a:defRPr sz="4265"/>
            </a:lvl1pPr>
            <a:lvl2pPr>
              <a:defRPr sz="3735"/>
            </a:lvl2pPr>
            <a:lvl3pPr>
              <a:defRPr sz="3200"/>
            </a:lvl3pPr>
            <a:lvl4pPr>
              <a:defRPr sz="2665"/>
            </a:lvl4pPr>
            <a:lvl5pPr>
              <a:defRPr sz="26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762" y="1435369"/>
            <a:ext cx="4012129" cy="4691932"/>
          </a:xfrm>
        </p:spPr>
        <p:txBody>
          <a:bodyPr/>
          <a:lstStyle>
            <a:lvl1pPr marL="0" indent="0">
              <a:buNone/>
              <a:defRPr sz="1865"/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9435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235" indent="0">
              <a:buNone/>
              <a:defRPr sz="1200"/>
            </a:lvl7pPr>
            <a:lvl8pPr marL="4267835" indent="0">
              <a:buNone/>
              <a:defRPr sz="1200"/>
            </a:lvl8pPr>
            <a:lvl9pPr marL="4877435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339" y="4801489"/>
            <a:ext cx="7317105" cy="566844"/>
          </a:xfrm>
        </p:spPr>
        <p:txBody>
          <a:bodyPr anchor="b"/>
          <a:lstStyle>
            <a:lvl1pPr algn="l">
              <a:defRPr sz="2665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339" y="612888"/>
            <a:ext cx="7317105" cy="4115562"/>
          </a:xfrm>
        </p:spPr>
        <p:txBody>
          <a:bodyPr/>
          <a:lstStyle>
            <a:lvl1pPr marL="0" indent="0">
              <a:buNone/>
              <a:defRPr sz="4265"/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9435" indent="0">
              <a:buNone/>
              <a:defRPr sz="2665"/>
            </a:lvl4pPr>
            <a:lvl5pPr marL="2439035" indent="0">
              <a:buNone/>
              <a:defRPr sz="2665"/>
            </a:lvl5pPr>
            <a:lvl6pPr marL="3048635" indent="0">
              <a:buNone/>
              <a:defRPr sz="2665"/>
            </a:lvl6pPr>
            <a:lvl7pPr marL="3658235" indent="0">
              <a:buNone/>
              <a:defRPr sz="2665"/>
            </a:lvl7pPr>
            <a:lvl8pPr marL="4267835" indent="0">
              <a:buNone/>
              <a:defRPr sz="2665"/>
            </a:lvl8pPr>
            <a:lvl9pPr marL="4877435" indent="0">
              <a:buNone/>
              <a:defRPr sz="266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339" y="5368333"/>
            <a:ext cx="7317105" cy="805012"/>
          </a:xfrm>
        </p:spPr>
        <p:txBody>
          <a:bodyPr/>
          <a:lstStyle>
            <a:lvl1pPr marL="0" indent="0">
              <a:buNone/>
              <a:defRPr sz="1865"/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9435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235" indent="0">
              <a:buNone/>
              <a:defRPr sz="1200"/>
            </a:lvl7pPr>
            <a:lvl8pPr marL="4267835" indent="0">
              <a:buNone/>
              <a:defRPr sz="1200"/>
            </a:lvl8pPr>
            <a:lvl9pPr marL="4877435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1502" y="274691"/>
            <a:ext cx="2743914" cy="585260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759" y="274691"/>
            <a:ext cx="8028490" cy="585260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8403238" y="1905353"/>
            <a:ext cx="2553365" cy="302951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1168736" y="1871349"/>
            <a:ext cx="3636871" cy="4472571"/>
          </a:xfrm>
          <a:custGeom>
            <a:avLst/>
            <a:gdLst>
              <a:gd name="connsiteX0" fmla="*/ 0 w 3635829"/>
              <a:gd name="connsiteY0" fmla="*/ 0 h 4471743"/>
              <a:gd name="connsiteX1" fmla="*/ 3635829 w 3635829"/>
              <a:gd name="connsiteY1" fmla="*/ 0 h 4471743"/>
              <a:gd name="connsiteX2" fmla="*/ 3635829 w 3635829"/>
              <a:gd name="connsiteY2" fmla="*/ 4471743 h 4471743"/>
              <a:gd name="connsiteX3" fmla="*/ 0 w 3635829"/>
              <a:gd name="connsiteY3" fmla="*/ 4471743 h 4471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35829" h="4471743">
                <a:moveTo>
                  <a:pt x="0" y="0"/>
                </a:moveTo>
                <a:lnTo>
                  <a:pt x="3635829" y="0"/>
                </a:lnTo>
                <a:lnTo>
                  <a:pt x="3635829" y="4471743"/>
                </a:lnTo>
                <a:lnTo>
                  <a:pt x="0" y="4471743"/>
                </a:lnTo>
                <a:close/>
              </a:path>
            </a:pathLst>
          </a:custGeom>
          <a:solidFill>
            <a:schemeClr val="bg1"/>
          </a:solidFill>
          <a:ln w="28575" cap="sq">
            <a:solidFill>
              <a:schemeClr val="bg1"/>
            </a:solidFill>
            <a:miter lim="800000"/>
          </a:ln>
          <a:effectLst>
            <a:outerShdw blurRad="139700" dist="38100" dir="2700000" algn="tl" rotWithShape="0">
              <a:prstClr val="black">
                <a:alpha val="38000"/>
              </a:prstClr>
            </a:outerShdw>
          </a:effectLst>
        </p:spPr>
        <p:txBody>
          <a:bodyPr wrap="square">
            <a:noAutofit/>
          </a:bodyPr>
          <a:lstStyle>
            <a:lvl1pPr>
              <a:defRPr lang="zh-CN" altLang="en-US"/>
            </a:lvl1pPr>
          </a:lstStyle>
          <a:p>
            <a:pPr lvl="0"/>
            <a:endParaRPr lang="zh-CN" altLang="en-US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1"/>
          </p:nvPr>
        </p:nvSpPr>
        <p:spPr>
          <a:xfrm>
            <a:off x="4992533" y="667782"/>
            <a:ext cx="6034228" cy="2819014"/>
          </a:xfrm>
          <a:custGeom>
            <a:avLst/>
            <a:gdLst>
              <a:gd name="connsiteX0" fmla="*/ 0 w 6032499"/>
              <a:gd name="connsiteY0" fmla="*/ 0 h 2818492"/>
              <a:gd name="connsiteX1" fmla="*/ 6032499 w 6032499"/>
              <a:gd name="connsiteY1" fmla="*/ 0 h 2818492"/>
              <a:gd name="connsiteX2" fmla="*/ 6032499 w 6032499"/>
              <a:gd name="connsiteY2" fmla="*/ 2818492 h 2818492"/>
              <a:gd name="connsiteX3" fmla="*/ 0 w 6032499"/>
              <a:gd name="connsiteY3" fmla="*/ 2818492 h 2818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32499" h="2818492">
                <a:moveTo>
                  <a:pt x="0" y="0"/>
                </a:moveTo>
                <a:lnTo>
                  <a:pt x="6032499" y="0"/>
                </a:lnTo>
                <a:lnTo>
                  <a:pt x="6032499" y="2818492"/>
                </a:lnTo>
                <a:lnTo>
                  <a:pt x="0" y="2818492"/>
                </a:lnTo>
                <a:close/>
              </a:path>
            </a:pathLst>
          </a:custGeom>
          <a:solidFill>
            <a:schemeClr val="bg1"/>
          </a:solidFill>
          <a:ln w="28575" cap="sq">
            <a:solidFill>
              <a:schemeClr val="bg1"/>
            </a:solidFill>
            <a:miter lim="800000"/>
          </a:ln>
          <a:effectLst>
            <a:outerShdw blurRad="139700" dist="38100" dir="2700000" algn="tl" rotWithShape="0">
              <a:prstClr val="black">
                <a:alpha val="38000"/>
              </a:prstClr>
            </a:outerShdw>
          </a:effectLst>
        </p:spPr>
        <p:txBody>
          <a:bodyPr wrap="square">
            <a:noAutofit/>
          </a:bodyPr>
          <a:lstStyle>
            <a:lvl1pPr>
              <a:defRPr lang="zh-CN" altLang="en-US"/>
            </a:lvl1pPr>
          </a:lstStyle>
          <a:p>
            <a:pPr lvl="0"/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2"/>
          </p:nvPr>
        </p:nvSpPr>
        <p:spPr>
          <a:xfrm>
            <a:off x="6097747" y="3658282"/>
            <a:ext cx="4929012" cy="2685638"/>
          </a:xfrm>
          <a:custGeom>
            <a:avLst/>
            <a:gdLst>
              <a:gd name="connsiteX0" fmla="*/ 0 w 4927600"/>
              <a:gd name="connsiteY0" fmla="*/ 0 h 2685141"/>
              <a:gd name="connsiteX1" fmla="*/ 4927600 w 4927600"/>
              <a:gd name="connsiteY1" fmla="*/ 0 h 2685141"/>
              <a:gd name="connsiteX2" fmla="*/ 4927600 w 4927600"/>
              <a:gd name="connsiteY2" fmla="*/ 2685141 h 2685141"/>
              <a:gd name="connsiteX3" fmla="*/ 0 w 4927600"/>
              <a:gd name="connsiteY3" fmla="*/ 2685141 h 2685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27600" h="2685141">
                <a:moveTo>
                  <a:pt x="0" y="0"/>
                </a:moveTo>
                <a:lnTo>
                  <a:pt x="4927600" y="0"/>
                </a:lnTo>
                <a:lnTo>
                  <a:pt x="4927600" y="2685141"/>
                </a:lnTo>
                <a:lnTo>
                  <a:pt x="0" y="2685141"/>
                </a:lnTo>
                <a:close/>
              </a:path>
            </a:pathLst>
          </a:custGeom>
          <a:solidFill>
            <a:schemeClr val="bg1"/>
          </a:solidFill>
          <a:ln w="28575" cap="sq">
            <a:solidFill>
              <a:schemeClr val="bg1"/>
            </a:solidFill>
            <a:miter lim="800000"/>
          </a:ln>
          <a:effectLst>
            <a:outerShdw blurRad="139700" dist="38100" dir="2700000" algn="tl" rotWithShape="0">
              <a:prstClr val="black">
                <a:alpha val="38000"/>
              </a:prstClr>
            </a:outerShdw>
          </a:effectLst>
        </p:spPr>
        <p:txBody>
          <a:bodyPr wrap="square">
            <a:noAutofit/>
          </a:bodyPr>
          <a:lstStyle>
            <a:lvl1pPr>
              <a:defRPr lang="zh-CN" altLang="en-US"/>
            </a:lvl1pPr>
          </a:lstStyle>
          <a:p>
            <a:pPr lvl="0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5175" cy="685927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 sz="1000"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/>
          <p:cNvSpPr/>
          <p:nvPr userDrawn="1"/>
        </p:nvSpPr>
        <p:spPr>
          <a:xfrm>
            <a:off x="1" y="-177014"/>
            <a:ext cx="12195174" cy="4292535"/>
          </a:xfrm>
          <a:custGeom>
            <a:avLst/>
            <a:gdLst>
              <a:gd name="connsiteX0" fmla="*/ 0 w 12191999"/>
              <a:gd name="connsiteY0" fmla="*/ 0 h 4291740"/>
              <a:gd name="connsiteX1" fmla="*/ 12191999 w 12191999"/>
              <a:gd name="connsiteY1" fmla="*/ 0 h 4291740"/>
              <a:gd name="connsiteX2" fmla="*/ 12191999 w 12191999"/>
              <a:gd name="connsiteY2" fmla="*/ 1244082 h 4291740"/>
              <a:gd name="connsiteX3" fmla="*/ 12191998 w 12191999"/>
              <a:gd name="connsiteY3" fmla="*/ 1244082 h 4291740"/>
              <a:gd name="connsiteX4" fmla="*/ 12191998 w 12191999"/>
              <a:gd name="connsiteY4" fmla="*/ 3713545 h 4291740"/>
              <a:gd name="connsiteX5" fmla="*/ 9905998 w 12191999"/>
              <a:gd name="connsiteY5" fmla="*/ 4122524 h 4291740"/>
              <a:gd name="connsiteX6" fmla="*/ 9905998 w 12191999"/>
              <a:gd name="connsiteY6" fmla="*/ 4125232 h 4291740"/>
              <a:gd name="connsiteX7" fmla="*/ 9857087 w 12191999"/>
              <a:gd name="connsiteY7" fmla="*/ 4136195 h 4291740"/>
              <a:gd name="connsiteX8" fmla="*/ 9690569 w 12191999"/>
              <a:gd name="connsiteY8" fmla="*/ 4182739 h 4291740"/>
              <a:gd name="connsiteX9" fmla="*/ 8839877 w 12191999"/>
              <a:gd name="connsiteY9" fmla="*/ 4291723 h 4291740"/>
              <a:gd name="connsiteX10" fmla="*/ 8765196 w 12191999"/>
              <a:gd name="connsiteY10" fmla="*/ 4290006 h 4291740"/>
              <a:gd name="connsiteX11" fmla="*/ 8717158 w 12191999"/>
              <a:gd name="connsiteY11" fmla="*/ 4291490 h 4291740"/>
              <a:gd name="connsiteX12" fmla="*/ 7673594 w 12191999"/>
              <a:gd name="connsiteY12" fmla="*/ 4138313 h 4291740"/>
              <a:gd name="connsiteX13" fmla="*/ 7659974 w 12191999"/>
              <a:gd name="connsiteY13" fmla="*/ 4134175 h 4291740"/>
              <a:gd name="connsiteX14" fmla="*/ 7619998 w 12191999"/>
              <a:gd name="connsiteY14" fmla="*/ 4125232 h 4291740"/>
              <a:gd name="connsiteX15" fmla="*/ 7619998 w 12191999"/>
              <a:gd name="connsiteY15" fmla="*/ 4122032 h 4291740"/>
              <a:gd name="connsiteX16" fmla="*/ 7465547 w 12191999"/>
              <a:gd name="connsiteY16" fmla="*/ 4075115 h 4291740"/>
              <a:gd name="connsiteX17" fmla="*/ 5541753 w 12191999"/>
              <a:gd name="connsiteY17" fmla="*/ 3716264 h 4291740"/>
              <a:gd name="connsiteX18" fmla="*/ 5333999 w 12191999"/>
              <a:gd name="connsiteY18" fmla="*/ 3713545 h 4291740"/>
              <a:gd name="connsiteX19" fmla="*/ 5091621 w 12191999"/>
              <a:gd name="connsiteY19" fmla="*/ 3716264 h 4291740"/>
              <a:gd name="connsiteX20" fmla="*/ 235032 w 12191999"/>
              <a:gd name="connsiteY20" fmla="*/ 4170386 h 4291740"/>
              <a:gd name="connsiteX21" fmla="*/ 0 w 12191999"/>
              <a:gd name="connsiteY21" fmla="*/ 4125232 h 4291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91999" h="4291740">
                <a:moveTo>
                  <a:pt x="0" y="0"/>
                </a:moveTo>
                <a:lnTo>
                  <a:pt x="12191999" y="0"/>
                </a:lnTo>
                <a:lnTo>
                  <a:pt x="12191999" y="1244082"/>
                </a:lnTo>
                <a:lnTo>
                  <a:pt x="12191998" y="1244082"/>
                </a:lnTo>
                <a:lnTo>
                  <a:pt x="12191998" y="3713545"/>
                </a:lnTo>
                <a:cubicBezTo>
                  <a:pt x="11048998" y="3713545"/>
                  <a:pt x="10477498" y="3951890"/>
                  <a:pt x="9905998" y="4122524"/>
                </a:cubicBezTo>
                <a:lnTo>
                  <a:pt x="9905998" y="4125232"/>
                </a:lnTo>
                <a:lnTo>
                  <a:pt x="9857087" y="4136195"/>
                </a:lnTo>
                <a:lnTo>
                  <a:pt x="9690569" y="4182739"/>
                </a:lnTo>
                <a:cubicBezTo>
                  <a:pt x="9436631" y="4247894"/>
                  <a:pt x="9169020" y="4292764"/>
                  <a:pt x="8839877" y="4291723"/>
                </a:cubicBezTo>
                <a:lnTo>
                  <a:pt x="8765196" y="4290006"/>
                </a:lnTo>
                <a:lnTo>
                  <a:pt x="8717158" y="4291490"/>
                </a:lnTo>
                <a:cubicBezTo>
                  <a:pt x="8302351" y="4296392"/>
                  <a:pt x="7985321" y="4228826"/>
                  <a:pt x="7673594" y="4138313"/>
                </a:cubicBezTo>
                <a:lnTo>
                  <a:pt x="7659974" y="4134175"/>
                </a:lnTo>
                <a:lnTo>
                  <a:pt x="7619998" y="4125232"/>
                </a:lnTo>
                <a:lnTo>
                  <a:pt x="7619998" y="4122032"/>
                </a:lnTo>
                <a:lnTo>
                  <a:pt x="7465547" y="4075115"/>
                </a:lnTo>
                <a:cubicBezTo>
                  <a:pt x="6977201" y="3922257"/>
                  <a:pt x="6451962" y="3740504"/>
                  <a:pt x="5541753" y="3716264"/>
                </a:cubicBezTo>
                <a:lnTo>
                  <a:pt x="5333999" y="3713545"/>
                </a:lnTo>
                <a:lnTo>
                  <a:pt x="5091621" y="3716264"/>
                </a:lnTo>
                <a:cubicBezTo>
                  <a:pt x="2740246" y="3769940"/>
                  <a:pt x="2590994" y="4595906"/>
                  <a:pt x="235032" y="4170386"/>
                </a:cubicBezTo>
                <a:lnTo>
                  <a:pt x="0" y="4125232"/>
                </a:lnTo>
                <a:close/>
              </a:path>
            </a:pathLst>
          </a:custGeom>
          <a:solidFill>
            <a:srgbClr val="9D4D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8511" y="1156733"/>
            <a:ext cx="9201440" cy="5147584"/>
          </a:xfrm>
          <a:prstGeom prst="rect">
            <a:avLst/>
          </a:prstGeom>
        </p:spPr>
      </p:pic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4931424" y="1410873"/>
            <a:ext cx="5803102" cy="3627875"/>
          </a:xfrm>
          <a:custGeom>
            <a:avLst/>
            <a:gdLst>
              <a:gd name="connsiteX0" fmla="*/ 0 w 5778698"/>
              <a:gd name="connsiteY0" fmla="*/ 0 h 3627202"/>
              <a:gd name="connsiteX1" fmla="*/ 5778698 w 5778698"/>
              <a:gd name="connsiteY1" fmla="*/ 0 h 3627202"/>
              <a:gd name="connsiteX2" fmla="*/ 5778698 w 5778698"/>
              <a:gd name="connsiteY2" fmla="*/ 3627202 h 3627202"/>
              <a:gd name="connsiteX3" fmla="*/ 0 w 5778698"/>
              <a:gd name="connsiteY3" fmla="*/ 3627202 h 3627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8698" h="3627202">
                <a:moveTo>
                  <a:pt x="0" y="0"/>
                </a:moveTo>
                <a:lnTo>
                  <a:pt x="5778698" y="0"/>
                </a:lnTo>
                <a:lnTo>
                  <a:pt x="5778698" y="3627202"/>
                </a:lnTo>
                <a:lnTo>
                  <a:pt x="0" y="3627202"/>
                </a:lnTo>
                <a:close/>
              </a:path>
            </a:pathLst>
          </a:custGeom>
          <a:pattFill prst="ltUpDiag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wrap="square">
            <a:noAutofit/>
          </a:bodyPr>
          <a:lstStyle>
            <a:lvl1pPr>
              <a:defRPr lang="en-US" sz="1400" b="1" i="1" dirty="0"/>
            </a:lvl1pPr>
          </a:lstStyle>
          <a:p>
            <a:pPr marL="0" lvl="0" indent="0">
              <a:buNone/>
            </a:pP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8" Type="http://schemas.openxmlformats.org/officeDocument/2006/relationships/theme" Target="../theme/theme2.xml"/><Relationship Id="rId17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760" y="274703"/>
            <a:ext cx="10975657" cy="114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8871" tIns="54436" rIns="108871" bIns="54436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760" y="1600571"/>
            <a:ext cx="10975657" cy="45270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8871" tIns="54436" rIns="108871" bIns="54436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758" y="6246671"/>
            <a:ext cx="2845541" cy="476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8871" tIns="54436" rIns="108871" bIns="54436" numCol="1" anchor="t" anchorCtr="0" compatLnSpc="1"/>
          <a:lstStyle>
            <a:lvl1pPr>
              <a:defRPr sz="1600">
                <a:latin typeface="字魂36号-正文宋楷" panose="00000500000000000000" charset="-122"/>
                <a:ea typeface="字魂36号-正文宋楷" panose="00000500000000000000" charset="-122"/>
              </a:defRPr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685" y="6246671"/>
            <a:ext cx="3861806" cy="476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8871" tIns="54436" rIns="108871" bIns="54436" numCol="1" anchor="t" anchorCtr="0" compatLnSpc="1"/>
          <a:lstStyle>
            <a:lvl1pPr algn="ctr">
              <a:defRPr sz="1600">
                <a:latin typeface="字魂36号-正文宋楷" panose="00000500000000000000" charset="-122"/>
                <a:ea typeface="字魂36号-正文宋楷" panose="00000500000000000000" charset="-122"/>
              </a:defRPr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9876" y="6246671"/>
            <a:ext cx="2845541" cy="476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8871" tIns="54436" rIns="108871" bIns="54436" numCol="1" anchor="t" anchorCtr="0" compatLnSpc="1"/>
          <a:lstStyle>
            <a:lvl1pPr algn="r">
              <a:defRPr sz="1600">
                <a:latin typeface="字魂36号-正文宋楷" panose="00000500000000000000" charset="-122"/>
                <a:ea typeface="字魂36号-正文宋楷" panose="00000500000000000000" charset="-122"/>
              </a:defRPr>
            </a:lvl1pPr>
          </a:lstStyle>
          <a:p>
            <a:fld id="{D0A27C80-5FD3-4361-BB31-75FBA1966619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5300">
          <a:solidFill>
            <a:schemeClr val="tx2"/>
          </a:solidFill>
          <a:latin typeface="字魂36号-正文宋楷" panose="00000500000000000000" charset="-122"/>
          <a:ea typeface="字魂36号-正文宋楷" panose="00000500000000000000" charset="-122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3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53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53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53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544195" algn="ctr" rtl="0" fontAlgn="base">
        <a:spcBef>
          <a:spcPct val="0"/>
        </a:spcBef>
        <a:spcAft>
          <a:spcPct val="0"/>
        </a:spcAft>
        <a:defRPr sz="53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1089025" algn="ctr" rtl="0" fontAlgn="base">
        <a:spcBef>
          <a:spcPct val="0"/>
        </a:spcBef>
        <a:spcAft>
          <a:spcPct val="0"/>
        </a:spcAft>
        <a:defRPr sz="53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633220" algn="ctr" rtl="0" fontAlgn="base">
        <a:spcBef>
          <a:spcPct val="0"/>
        </a:spcBef>
        <a:spcAft>
          <a:spcPct val="0"/>
        </a:spcAft>
        <a:defRPr sz="53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2177415" algn="ctr" rtl="0" fontAlgn="base">
        <a:spcBef>
          <a:spcPct val="0"/>
        </a:spcBef>
        <a:spcAft>
          <a:spcPct val="0"/>
        </a:spcAft>
        <a:defRPr sz="53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408305" indent="-408305" algn="l" rtl="0" fontAlgn="base">
        <a:spcBef>
          <a:spcPct val="20000"/>
        </a:spcBef>
        <a:spcAft>
          <a:spcPct val="0"/>
        </a:spcAft>
        <a:buChar char="•"/>
        <a:defRPr sz="3800">
          <a:solidFill>
            <a:schemeClr val="tx1"/>
          </a:solidFill>
          <a:latin typeface="字魂36号-正文宋楷" panose="00000500000000000000" charset="-122"/>
          <a:ea typeface="字魂36号-正文宋楷" panose="00000500000000000000" charset="-122"/>
          <a:cs typeface="+mn-cs"/>
        </a:defRPr>
      </a:lvl1pPr>
      <a:lvl2pPr marL="884555" indent="-340360" algn="l" rtl="0" fontAlgn="base">
        <a:spcBef>
          <a:spcPct val="20000"/>
        </a:spcBef>
        <a:spcAft>
          <a:spcPct val="0"/>
        </a:spcAft>
        <a:buChar char="–"/>
        <a:defRPr sz="3400">
          <a:solidFill>
            <a:schemeClr val="tx1"/>
          </a:solidFill>
          <a:latin typeface="字魂36号-正文宋楷" panose="00000500000000000000" charset="-122"/>
          <a:ea typeface="字魂36号-正文宋楷" panose="00000500000000000000" charset="-122"/>
        </a:defRPr>
      </a:lvl2pPr>
      <a:lvl3pPr marL="1360805" indent="-272415" algn="l" rtl="0" fontAlgn="base">
        <a:spcBef>
          <a:spcPct val="20000"/>
        </a:spcBef>
        <a:spcAft>
          <a:spcPct val="0"/>
        </a:spcAft>
        <a:buChar char="•"/>
        <a:defRPr sz="2900">
          <a:solidFill>
            <a:schemeClr val="tx1"/>
          </a:solidFill>
          <a:latin typeface="字魂36号-正文宋楷" panose="00000500000000000000" charset="-122"/>
          <a:ea typeface="字魂36号-正文宋楷" panose="00000500000000000000" charset="-122"/>
        </a:defRPr>
      </a:lvl3pPr>
      <a:lvl4pPr marL="1905000" indent="-272415" algn="l" rtl="0" fontAlgn="base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字魂36号-正文宋楷" panose="00000500000000000000" charset="-122"/>
          <a:ea typeface="字魂36号-正文宋楷" panose="00000500000000000000" charset="-122"/>
        </a:defRPr>
      </a:lvl4pPr>
      <a:lvl5pPr marL="2449830" indent="-272415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字魂36号-正文宋楷" panose="00000500000000000000" charset="-122"/>
          <a:ea typeface="字魂36号-正文宋楷" panose="00000500000000000000" charset="-122"/>
        </a:defRPr>
      </a:lvl5pPr>
      <a:lvl6pPr marL="2994025" indent="-272415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  <a:ea typeface="+mn-ea"/>
        </a:defRPr>
      </a:lvl6pPr>
      <a:lvl7pPr marL="3538220" indent="-272415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  <a:ea typeface="+mn-ea"/>
        </a:defRPr>
      </a:lvl7pPr>
      <a:lvl8pPr marL="4082415" indent="-272415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  <a:ea typeface="+mn-ea"/>
        </a:defRPr>
      </a:lvl8pPr>
      <a:lvl9pPr marL="4627245" indent="-272415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195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9025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322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415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61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644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10635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83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759" y="274688"/>
            <a:ext cx="10975658" cy="1143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759" y="1600497"/>
            <a:ext cx="10975658" cy="4526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759" y="6357529"/>
            <a:ext cx="2845541" cy="3651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ea typeface="思源黑体 CN Bold" panose="020B0800000000000000" pitchFamily="34" charset="-122"/>
                <a:cs typeface="字魂36号-正文宋楷" panose="00000500000000000000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6685" y="6357529"/>
            <a:ext cx="3861805" cy="3651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ea typeface="思源黑体 CN Bold" panose="020B0800000000000000" pitchFamily="34" charset="-122"/>
                <a:cs typeface="字魂36号-正文宋楷" panose="0000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9875" y="6357529"/>
            <a:ext cx="2845541" cy="3651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ea typeface="思源黑体 CN Bold" panose="020B0800000000000000" pitchFamily="34" charset="-122"/>
                <a:cs typeface="字魂36号-正文宋楷" panose="00000500000000000000" charset="-122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  <p:sldLayoutId id="2147483682" r:id="rId17"/>
  </p:sldLayoutIdLst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思源黑体 CN Bold" panose="020B0800000000000000" pitchFamily="34" charset="-122"/>
          <a:cs typeface="字魂36号-正文宋楷" panose="00000500000000000000" charset="-122"/>
        </a:defRPr>
      </a:lvl1pPr>
    </p:titleStyle>
    <p:bodyStyle>
      <a:lvl1pPr marL="457200" indent="-4572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思源黑体 CN Bold" panose="020B0800000000000000" pitchFamily="34" charset="-122"/>
          <a:cs typeface="字魂36号-正文宋楷" panose="00000500000000000000" charset="-122"/>
        </a:defRPr>
      </a:lvl1pPr>
      <a:lvl2pPr marL="990600" indent="-381000" algn="l" defTabSz="1219200" rtl="0" eaLnBrk="1" latinLnBrk="0" hangingPunct="1">
        <a:spcBef>
          <a:spcPts val="13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思源黑体 CN Bold" panose="020B0800000000000000" pitchFamily="34" charset="-122"/>
          <a:cs typeface="字魂36号-正文宋楷" panose="00000500000000000000" charset="-122"/>
        </a:defRPr>
      </a:lvl2pPr>
      <a:lvl3pPr marL="15240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思源黑体 CN Bold" panose="020B0800000000000000" pitchFamily="34" charset="-122"/>
          <a:cs typeface="字魂36号-正文宋楷" panose="00000500000000000000" charset="-122"/>
        </a:defRPr>
      </a:lvl3pPr>
      <a:lvl4pPr marL="2134235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思源黑体 CN Bold" panose="020B0800000000000000" pitchFamily="34" charset="-122"/>
          <a:cs typeface="字魂36号-正文宋楷" panose="00000500000000000000" charset="-122"/>
        </a:defRPr>
      </a:lvl4pPr>
      <a:lvl5pPr marL="2743835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思源黑体 CN Bold" panose="020B0800000000000000" pitchFamily="34" charset="-122"/>
          <a:cs typeface="字魂36号-正文宋楷" panose="00000500000000000000" charset="-122"/>
        </a:defRPr>
      </a:lvl5pPr>
      <a:lvl6pPr marL="3353435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3035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635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287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94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90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6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2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8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74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18.xml"/><Relationship Id="rId10" Type="http://schemas.openxmlformats.org/officeDocument/2006/relationships/tags" Target="../tags/tag9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7.jpe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7.jpe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12.jpeg"/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7.jpe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7" Type="http://schemas.openxmlformats.org/officeDocument/2006/relationships/notesSlide" Target="../notesSlides/notesSlide10.xml"/><Relationship Id="rId26" Type="http://schemas.openxmlformats.org/officeDocument/2006/relationships/slideLayout" Target="../slideLayouts/slideLayout1.xml"/><Relationship Id="rId25" Type="http://schemas.openxmlformats.org/officeDocument/2006/relationships/tags" Target="../tags/tag38.xml"/><Relationship Id="rId24" Type="http://schemas.openxmlformats.org/officeDocument/2006/relationships/tags" Target="../tags/tag37.xml"/><Relationship Id="rId23" Type="http://schemas.openxmlformats.org/officeDocument/2006/relationships/tags" Target="../tags/tag36.xml"/><Relationship Id="rId22" Type="http://schemas.openxmlformats.org/officeDocument/2006/relationships/tags" Target="../tags/tag35.xml"/><Relationship Id="rId21" Type="http://schemas.openxmlformats.org/officeDocument/2006/relationships/image" Target="../media/image8.png"/><Relationship Id="rId20" Type="http://schemas.openxmlformats.org/officeDocument/2006/relationships/tags" Target="../tags/tag34.xml"/><Relationship Id="rId2" Type="http://schemas.openxmlformats.org/officeDocument/2006/relationships/tags" Target="../tags/tag16.xml"/><Relationship Id="rId19" Type="http://schemas.openxmlformats.org/officeDocument/2006/relationships/tags" Target="../tags/tag33.xml"/><Relationship Id="rId18" Type="http://schemas.openxmlformats.org/officeDocument/2006/relationships/tags" Target="../tags/tag32.xml"/><Relationship Id="rId17" Type="http://schemas.openxmlformats.org/officeDocument/2006/relationships/tags" Target="../tags/tag31.xml"/><Relationship Id="rId16" Type="http://schemas.openxmlformats.org/officeDocument/2006/relationships/tags" Target="../tags/tag30.xml"/><Relationship Id="rId15" Type="http://schemas.openxmlformats.org/officeDocument/2006/relationships/tags" Target="../tags/tag29.xml"/><Relationship Id="rId14" Type="http://schemas.openxmlformats.org/officeDocument/2006/relationships/tags" Target="../tags/tag28.xml"/><Relationship Id="rId13" Type="http://schemas.openxmlformats.org/officeDocument/2006/relationships/tags" Target="../tags/tag27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tags" Target="../tags/tag15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4.xml"/><Relationship Id="rId3" Type="http://schemas.openxmlformats.org/officeDocument/2006/relationships/tags" Target="../tags/tag39.xml"/><Relationship Id="rId2" Type="http://schemas.openxmlformats.org/officeDocument/2006/relationships/image" Target="../media/image7.jpe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5.jpeg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59" y="0"/>
            <a:ext cx="12194258" cy="6859270"/>
            <a:chOff x="0" y="0"/>
            <a:chExt cx="19200" cy="10800"/>
          </a:xfrm>
        </p:grpSpPr>
        <p:pic>
          <p:nvPicPr>
            <p:cNvPr id="2" name="图片 1" descr="4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19139" cy="8262"/>
            </a:xfrm>
            <a:prstGeom prst="rect">
              <a:avLst/>
            </a:prstGeom>
          </p:spPr>
        </p:pic>
        <p:pic>
          <p:nvPicPr>
            <p:cNvPr id="3" name="图片 2" descr="42"/>
            <p:cNvPicPr>
              <a:picLocks noChangeAspect="1"/>
            </p:cNvPicPr>
            <p:nvPr/>
          </p:nvPicPr>
          <p:blipFill>
            <a:blip r:embed="rId2"/>
            <a:srcRect l="38144"/>
            <a:stretch>
              <a:fillRect/>
            </a:stretch>
          </p:blipFill>
          <p:spPr>
            <a:xfrm>
              <a:off x="5183" y="1052"/>
              <a:ext cx="14017" cy="9748"/>
            </a:xfrm>
            <a:prstGeom prst="rect">
              <a:avLst/>
            </a:prstGeom>
          </p:spPr>
        </p:pic>
      </p:grpSp>
      <p:sp>
        <p:nvSpPr>
          <p:cNvPr id="6" name="六边形 5"/>
          <p:cNvSpPr>
            <a:spLocks noChangeAspect="1"/>
          </p:cNvSpPr>
          <p:nvPr/>
        </p:nvSpPr>
        <p:spPr>
          <a:xfrm rot="2280000">
            <a:off x="8832015" y="3585754"/>
            <a:ext cx="651244" cy="560880"/>
          </a:xfrm>
          <a:prstGeom prst="hexagon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F8C5BD"/>
              </a:gs>
              <a:gs pos="83000">
                <a:srgbClr val="F8C5BD"/>
              </a:gs>
              <a:gs pos="100000">
                <a:srgbClr val="F8C5BD"/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六边形 4"/>
          <p:cNvSpPr>
            <a:spLocks noChangeAspect="1"/>
          </p:cNvSpPr>
          <p:nvPr/>
        </p:nvSpPr>
        <p:spPr>
          <a:xfrm rot="20040000">
            <a:off x="2136007" y="2009585"/>
            <a:ext cx="794200" cy="684000"/>
          </a:xfrm>
          <a:prstGeom prst="hexagon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F8C5BD"/>
              </a:gs>
              <a:gs pos="83000">
                <a:srgbClr val="F8C5BD"/>
              </a:gs>
              <a:gs pos="100000">
                <a:srgbClr val="F8C5BD"/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六边形 7"/>
          <p:cNvSpPr>
            <a:spLocks noChangeAspect="1"/>
          </p:cNvSpPr>
          <p:nvPr/>
        </p:nvSpPr>
        <p:spPr>
          <a:xfrm rot="4320000">
            <a:off x="574040" y="4902835"/>
            <a:ext cx="890905" cy="778510"/>
          </a:xfrm>
          <a:prstGeom prst="hexagon">
            <a:avLst/>
          </a:prstGeom>
          <a:noFill/>
          <a:ln w="63500" cmpd="sng">
            <a:solidFill>
              <a:srgbClr val="F8C5BD"/>
            </a:solidFill>
            <a:prstDash val="solid"/>
          </a:ln>
          <a:effectLst>
            <a:outerShdw blurRad="127000" dist="1016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文本框 8"/>
          <p:cNvSpPr txBox="1"/>
          <p:nvPr/>
        </p:nvSpPr>
        <p:spPr>
          <a:xfrm>
            <a:off x="1449705" y="1913255"/>
            <a:ext cx="909002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000"/>
              <a:t>Agn</a:t>
            </a:r>
            <a:r>
              <a:rPr lang="" altLang="en-US" sz="4000"/>
              <a:t>è</a:t>
            </a:r>
            <a:r>
              <a:rPr lang="en-US" altLang="zh-CN" sz="4000"/>
              <a:t>s Varda </a:t>
            </a:r>
            <a:endParaRPr lang="en-US" altLang="zh-CN" sz="4000"/>
          </a:p>
          <a:p>
            <a:r>
              <a:rPr lang="en-US" altLang="zh-CN" sz="4000"/>
              <a:t>La Grand-m</a:t>
            </a:r>
            <a:r>
              <a:rPr lang="" altLang="en-US" sz="4000"/>
              <a:t>è</a:t>
            </a:r>
            <a:r>
              <a:rPr lang="en-US" altLang="zh-CN" sz="4000"/>
              <a:t>re de la Nouvelle Vague</a:t>
            </a:r>
            <a:endParaRPr lang="zh-CN" altLang="en-US" sz="4000"/>
          </a:p>
        </p:txBody>
      </p:sp>
      <p:sp>
        <p:nvSpPr>
          <p:cNvPr id="10" name="文本框 9"/>
          <p:cNvSpPr txBox="1"/>
          <p:nvPr/>
        </p:nvSpPr>
        <p:spPr>
          <a:xfrm>
            <a:off x="1525905" y="3658235"/>
            <a:ext cx="899350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800"/>
              <a:t>R</a:t>
            </a:r>
            <a:r>
              <a:rPr lang="en-US" altLang="en-US" sz="2800"/>
              <a:t>é</a:t>
            </a:r>
            <a:r>
              <a:rPr lang="en-US" altLang="zh-CN" sz="2800"/>
              <a:t>alisatrice, sc</a:t>
            </a:r>
            <a:r>
              <a:rPr lang="en-US" altLang="en-US" sz="2800"/>
              <a:t>é</a:t>
            </a:r>
            <a:r>
              <a:rPr lang="en-US" altLang="zh-CN" sz="2800"/>
              <a:t>nariste, photographe et artiste (1928 - 2019)</a:t>
            </a:r>
            <a:endParaRPr lang="en-US" altLang="zh-CN" sz="2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800" decel="10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800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  <p:bldP spid="8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 r="-86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>
            <p:custDataLst>
              <p:tags r:id="rId2"/>
            </p:custDataLst>
          </p:nvPr>
        </p:nvGrpSpPr>
        <p:grpSpPr>
          <a:xfrm>
            <a:off x="3092767" y="1504404"/>
            <a:ext cx="2667000" cy="3960000"/>
            <a:chOff x="1068387" y="1420496"/>
            <a:chExt cx="2667000" cy="3960000"/>
          </a:xfrm>
        </p:grpSpPr>
        <p:sp>
          <p:nvSpPr>
            <p:cNvPr id="17" name="1"/>
            <p:cNvSpPr>
              <a:spLocks noChangeAspect="1"/>
            </p:cNvSpPr>
            <p:nvPr>
              <p:custDataLst>
                <p:tags r:id="rId3"/>
              </p:custDataLst>
            </p:nvPr>
          </p:nvSpPr>
          <p:spPr>
            <a:xfrm>
              <a:off x="3151132" y="1479266"/>
              <a:ext cx="576000" cy="57598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rgbClr val="F8C5BD"/>
                </a:gs>
                <a:gs pos="83000">
                  <a:srgbClr val="F8C5BD"/>
                </a:gs>
                <a:gs pos="100000">
                  <a:srgbClr val="F8C5BD"/>
                </a:gs>
              </a:gsLst>
              <a:lin ang="7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58" tIns="45729" rIns="91458" bIns="45729" rtlCol="0" anchor="ctr">
              <a:no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+mj-ea"/>
                  <a:ea typeface="+mj-ea"/>
                  <a:cs typeface="Arial Unicode MS" panose="020B0604020202020204" pitchFamily="34" charset="-122"/>
                </a:rPr>
                <a:t>1</a:t>
              </a:r>
              <a:endParaRPr lang="zh-CN" altLang="en-US" sz="2400" dirty="0">
                <a:solidFill>
                  <a:schemeClr val="bg1"/>
                </a:solidFill>
                <a:latin typeface="+mj-ea"/>
                <a:ea typeface="+mj-ea"/>
                <a:cs typeface="Arial Unicode MS" panose="020B0604020202020204" pitchFamily="34" charset="-122"/>
              </a:endParaRPr>
            </a:p>
          </p:txBody>
        </p:sp>
        <p:sp>
          <p:nvSpPr>
            <p:cNvPr id="18" name="2"/>
            <p:cNvSpPr>
              <a:spLocks noChangeAspect="1"/>
            </p:cNvSpPr>
            <p:nvPr>
              <p:custDataLst>
                <p:tags r:id="rId4"/>
              </p:custDataLst>
            </p:nvPr>
          </p:nvSpPr>
          <p:spPr>
            <a:xfrm>
              <a:off x="3159387" y="2585345"/>
              <a:ext cx="576000" cy="57598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rgbClr val="F8C5BD"/>
                </a:gs>
                <a:gs pos="83000">
                  <a:srgbClr val="F8C5BD"/>
                </a:gs>
                <a:gs pos="100000">
                  <a:srgbClr val="F8C5BD"/>
                </a:gs>
              </a:gsLst>
              <a:lin ang="7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58" tIns="45729" rIns="91458" bIns="45729" rtlCol="0" anchor="ctr">
              <a:noAutofit/>
            </a:bodyPr>
            <a:lstStyle/>
            <a:p>
              <a:pPr algn="ctr"/>
              <a:r>
                <a:rPr lang="en-US" altLang="zh-CN" sz="2400">
                  <a:solidFill>
                    <a:schemeClr val="bg1"/>
                  </a:solidFill>
                  <a:latin typeface="+mj-ea"/>
                  <a:ea typeface="+mj-ea"/>
                  <a:cs typeface="Arial Unicode MS" panose="020B0604020202020204" pitchFamily="34" charset="-122"/>
                </a:rPr>
                <a:t>2</a:t>
              </a:r>
              <a:endParaRPr lang="zh-CN" altLang="en-US" sz="2400" dirty="0">
                <a:solidFill>
                  <a:schemeClr val="bg1"/>
                </a:solidFill>
                <a:latin typeface="+mj-ea"/>
                <a:ea typeface="+mj-ea"/>
                <a:cs typeface="Arial Unicode MS" panose="020B0604020202020204" pitchFamily="34" charset="-122"/>
              </a:endParaRPr>
            </a:p>
          </p:txBody>
        </p:sp>
        <p:sp>
          <p:nvSpPr>
            <p:cNvPr id="19" name="3"/>
            <p:cNvSpPr>
              <a:spLocks noChangeAspect="1"/>
            </p:cNvSpPr>
            <p:nvPr>
              <p:custDataLst>
                <p:tags r:id="rId5"/>
              </p:custDataLst>
            </p:nvPr>
          </p:nvSpPr>
          <p:spPr>
            <a:xfrm>
              <a:off x="3159387" y="3664754"/>
              <a:ext cx="576000" cy="57598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rgbClr val="F8C5BD"/>
                </a:gs>
                <a:gs pos="83000">
                  <a:srgbClr val="F8C5BD"/>
                </a:gs>
                <a:gs pos="100000">
                  <a:srgbClr val="F8C5BD"/>
                </a:gs>
              </a:gsLst>
              <a:lin ang="7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58" tIns="45729" rIns="91458" bIns="45729" rtlCol="0" anchor="ctr">
              <a:noAutofit/>
            </a:bodyPr>
            <a:lstStyle/>
            <a:p>
              <a:pPr algn="ctr"/>
              <a:r>
                <a:rPr lang="en-US" altLang="zh-CN" sz="2400">
                  <a:solidFill>
                    <a:schemeClr val="bg1"/>
                  </a:solidFill>
                  <a:latin typeface="+mj-ea"/>
                  <a:ea typeface="+mj-ea"/>
                  <a:cs typeface="Arial Unicode MS" panose="020B0604020202020204" pitchFamily="34" charset="-122"/>
                </a:rPr>
                <a:t>3</a:t>
              </a:r>
              <a:endParaRPr lang="zh-CN" altLang="en-US" sz="2400" dirty="0">
                <a:solidFill>
                  <a:schemeClr val="bg1"/>
                </a:solidFill>
                <a:latin typeface="+mj-ea"/>
                <a:ea typeface="+mj-ea"/>
                <a:cs typeface="Arial Unicode MS" panose="020B0604020202020204" pitchFamily="34" charset="-122"/>
              </a:endParaRPr>
            </a:p>
          </p:txBody>
        </p:sp>
        <p:sp>
          <p:nvSpPr>
            <p:cNvPr id="20" name="4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3159387" y="4744162"/>
              <a:ext cx="576000" cy="57598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rgbClr val="F8C5BD"/>
                </a:gs>
                <a:gs pos="83000">
                  <a:srgbClr val="F8C5BD"/>
                </a:gs>
                <a:gs pos="100000">
                  <a:srgbClr val="F8C5BD"/>
                </a:gs>
              </a:gsLst>
              <a:lin ang="7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58" tIns="45729" rIns="91458" bIns="45729" rtlCol="0" anchor="ctr">
              <a:no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+mj-ea"/>
                  <a:ea typeface="+mj-ea"/>
                  <a:cs typeface="Arial Unicode MS" panose="020B0604020202020204" pitchFamily="34" charset="-122"/>
                </a:rPr>
                <a:t>4</a:t>
              </a:r>
              <a:endParaRPr lang="zh-CN" altLang="en-US" sz="2400" dirty="0">
                <a:solidFill>
                  <a:schemeClr val="bg1"/>
                </a:solidFill>
                <a:latin typeface="+mj-ea"/>
                <a:ea typeface="+mj-ea"/>
                <a:cs typeface="Arial Unicode MS" panose="020B0604020202020204" pitchFamily="34" charset="-122"/>
              </a:endParaRPr>
            </a:p>
          </p:txBody>
        </p:sp>
        <p:sp>
          <p:nvSpPr>
            <p:cNvPr id="25" name="文本框 13"/>
            <p:cNvSpPr txBox="1"/>
            <p:nvPr/>
          </p:nvSpPr>
          <p:spPr>
            <a:xfrm rot="5400000">
              <a:off x="-371613" y="2860496"/>
              <a:ext cx="3960000" cy="1080000"/>
            </a:xfrm>
            <a:prstGeom prst="rect">
              <a:avLst/>
            </a:prstGeom>
            <a:noFill/>
          </p:spPr>
          <p:txBody>
            <a:bodyPr wrap="none" lIns="91450" tIns="45725" rIns="91450" bIns="45725" rtlCol="0" anchor="ctr" anchorCtr="1">
              <a:noAutofit/>
            </a:bodyPr>
            <a:lstStyle/>
            <a:p>
              <a:pPr algn="ctr"/>
              <a:r>
                <a:rPr lang="en-US" altLang="zh-CN" sz="6600" spc="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字魂36号-正文宋楷" panose="00000500000000000000" charset="-122"/>
                </a:rPr>
                <a:t>CONTENTS</a:t>
              </a:r>
              <a:endParaRPr lang="zh-CN" altLang="en-US" sz="66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字魂36号-正文宋楷" panose="00000500000000000000" charset="-122"/>
              </a:endParaRPr>
            </a:p>
          </p:txBody>
        </p:sp>
      </p:grpSp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5869305" y="1666875"/>
            <a:ext cx="60483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Fiche d’identit</a:t>
            </a:r>
            <a:r>
              <a:rPr lang="en-US" altLang="en-US" sz="2800"/>
              <a:t>é &amp; </a:t>
            </a:r>
            <a:r>
              <a:rPr lang="en-US" altLang="zh-CN" sz="2800"/>
              <a:t>Biographie</a:t>
            </a:r>
            <a:endParaRPr lang="en-US" altLang="zh-CN" sz="2800"/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5818505" y="2700655"/>
            <a:ext cx="74891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OEuvres cin</a:t>
            </a:r>
            <a:r>
              <a:rPr lang="en-US" altLang="en-US" sz="2800"/>
              <a:t>é</a:t>
            </a:r>
            <a:r>
              <a:rPr lang="en-US" altLang="zh-CN" sz="2800"/>
              <a:t>matographiques majeures</a:t>
            </a:r>
            <a:endParaRPr lang="en-US" altLang="zh-CN" sz="2800"/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5945505" y="3734435"/>
            <a:ext cx="60483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R</a:t>
            </a:r>
            <a:r>
              <a:rPr lang="en-US" altLang="en-US" sz="2800"/>
              <a:t>é</a:t>
            </a:r>
            <a:r>
              <a:rPr lang="en-US" altLang="zh-CN" sz="2800"/>
              <a:t>compenses &amp; Distinctions</a:t>
            </a:r>
            <a:endParaRPr lang="en-US" altLang="zh-CN" sz="2800"/>
          </a:p>
        </p:txBody>
      </p: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5945505" y="4827905"/>
            <a:ext cx="60483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Style, Citations &amp; H</a:t>
            </a:r>
            <a:r>
              <a:rPr lang="en-US" altLang="en-US" sz="2800"/>
              <a:t>é</a:t>
            </a:r>
            <a:r>
              <a:rPr lang="en-US" altLang="zh-CN" sz="2800"/>
              <a:t>ritage</a:t>
            </a:r>
            <a:endParaRPr lang="en-US" altLang="zh-CN" sz="2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 r="-86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>
            <a:grpSpLocks noChangeAspect="1"/>
          </p:cNvGrpSpPr>
          <p:nvPr/>
        </p:nvGrpSpPr>
        <p:grpSpPr>
          <a:xfrm>
            <a:off x="4069319" y="1080564"/>
            <a:ext cx="2047318" cy="4320000"/>
            <a:chOff x="3831824" y="1247328"/>
            <a:chExt cx="1704423" cy="3596467"/>
          </a:xfrm>
        </p:grpSpPr>
        <p:sp>
          <p:nvSpPr>
            <p:cNvPr id="6" name="AutoShape 5"/>
            <p:cNvSpPr>
              <a:spLocks noChangeAspect="1" noChangeArrowheads="1" noTextEdit="1"/>
            </p:cNvSpPr>
            <p:nvPr/>
          </p:nvSpPr>
          <p:spPr bwMode="auto">
            <a:xfrm>
              <a:off x="4192587" y="1247328"/>
              <a:ext cx="1343660" cy="35964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accent6"/>
                </a:solidFill>
                <a:latin typeface="+mn-ea"/>
                <a:ea typeface="+mn-ea"/>
              </a:endParaRP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3831824" y="1763084"/>
              <a:ext cx="1570229" cy="2971800"/>
              <a:chOff x="6141728" y="1612725"/>
              <a:chExt cx="1570229" cy="2971800"/>
            </a:xfrm>
          </p:grpSpPr>
          <p:sp>
            <p:nvSpPr>
              <p:cNvPr id="12" name="TextBox 11"/>
              <p:cNvSpPr txBox="1"/>
              <p:nvPr/>
            </p:nvSpPr>
            <p:spPr>
              <a:xfrm>
                <a:off x="6883957" y="1612725"/>
                <a:ext cx="828000" cy="2880000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48000">
                    <a:srgbClr val="F8C5BD"/>
                  </a:gs>
                  <a:gs pos="63000">
                    <a:srgbClr val="F8C5BD"/>
                  </a:gs>
                  <a:gs pos="79000">
                    <a:srgbClr val="F8C5BD"/>
                  </a:gs>
                </a:gsLst>
                <a:lin ang="16200000" scaled="0"/>
              </a:gradFill>
              <a:ln>
                <a:noFill/>
              </a:ln>
            </p:spPr>
            <p:txBody>
              <a:bodyPr vert="eaVert" wrap="square" rIns="90000" rtlCol="0">
                <a:noAutofit/>
              </a:bodyPr>
              <a:lstStyle/>
              <a:p>
                <a:pPr algn="ctr"/>
                <a:endParaRPr lang="zh-CN" altLang="en-US" sz="4800" spc="600" dirty="0">
                  <a:ln w="28575">
                    <a:noFill/>
                  </a:ln>
                  <a:solidFill>
                    <a:schemeClr val="bg1"/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</a:endParaRP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6141728" y="2676525"/>
                <a:ext cx="288000" cy="1908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lIns="72000" tIns="108000" rIns="72000" rtlCol="0" anchor="b" anchorCtr="0"/>
              <a:lstStyle/>
              <a:p>
                <a:pPr algn="r"/>
                <a:r>
                  <a:rPr lang="en-US" altLang="zh-CN" sz="2800" spc="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</a:rPr>
                  <a:t>PART01</a:t>
                </a:r>
                <a:endParaRPr lang="en-US" altLang="zh-CN" sz="2800" spc="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endParaRPr>
              </a:p>
            </p:txBody>
          </p:sp>
        </p:grpSp>
      </p:grp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9" r="4758"/>
          <a:stretch>
            <a:fillRect/>
          </a:stretch>
        </p:blipFill>
        <p:spPr>
          <a:xfrm>
            <a:off x="6413655" y="1700079"/>
            <a:ext cx="3951132" cy="1383346"/>
          </a:xfrm>
          <a:prstGeom prst="rect">
            <a:avLst/>
          </a:prstGeom>
          <a:effectLst/>
        </p:spPr>
      </p:pic>
      <p:sp>
        <p:nvSpPr>
          <p:cNvPr id="2" name="文本框 1"/>
          <p:cNvSpPr txBox="1"/>
          <p:nvPr/>
        </p:nvSpPr>
        <p:spPr>
          <a:xfrm>
            <a:off x="6021705" y="3277235"/>
            <a:ext cx="604837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800"/>
              <a:t>Fiche d’identit</a:t>
            </a:r>
            <a:r>
              <a:rPr lang="en-US" altLang="en-US" sz="4800"/>
              <a:t>é </a:t>
            </a:r>
            <a:endParaRPr lang="en-US" altLang="en-US" sz="4800"/>
          </a:p>
          <a:p>
            <a:r>
              <a:rPr lang="en-US" altLang="en-US" sz="4800"/>
              <a:t>&amp; </a:t>
            </a:r>
            <a:r>
              <a:rPr lang="en-US" altLang="zh-CN" sz="4800"/>
              <a:t>Biographie</a:t>
            </a:r>
            <a:endParaRPr lang="en-US" altLang="zh-CN" sz="4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187" y="204076"/>
            <a:ext cx="1831974" cy="48251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305" y="1600835"/>
            <a:ext cx="6326505" cy="422973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545705" y="610235"/>
            <a:ext cx="40652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/>
              <a:t>Fiche d'identit</a:t>
            </a:r>
            <a:r>
              <a:rPr lang="en-US" altLang="en-US" sz="3600"/>
              <a:t>é</a:t>
            </a:r>
            <a:endParaRPr lang="en-US" altLang="en-US" sz="3600"/>
          </a:p>
        </p:txBody>
      </p:sp>
      <p:sp>
        <p:nvSpPr>
          <p:cNvPr id="7" name="文本框 6"/>
          <p:cNvSpPr txBox="1"/>
          <p:nvPr/>
        </p:nvSpPr>
        <p:spPr>
          <a:xfrm>
            <a:off x="6862445" y="1677035"/>
            <a:ext cx="514350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/>
              <a:t>Naissance</a:t>
            </a:r>
            <a:r>
              <a:rPr lang="en-US" altLang="zh-CN" sz="2400"/>
              <a:t>: Le 30 mai 1928 à Ixelles (Bruxelles, Belgique)</a:t>
            </a:r>
            <a:endParaRPr lang="en-US" altLang="zh-CN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/>
              <a:t>D</a:t>
            </a:r>
            <a:r>
              <a:rPr lang="en-US" altLang="en-US" sz="2400" b="1"/>
              <a:t>é</a:t>
            </a:r>
            <a:r>
              <a:rPr lang="en-US" altLang="zh-CN" sz="2400" b="1"/>
              <a:t>c</a:t>
            </a:r>
            <a:r>
              <a:rPr lang="" altLang="en-US" sz="2400" b="1"/>
              <a:t>è</a:t>
            </a:r>
            <a:r>
              <a:rPr lang="en-US" altLang="zh-CN" sz="2400" b="1"/>
              <a:t>s</a:t>
            </a:r>
            <a:r>
              <a:rPr lang="en-US" altLang="zh-CN" sz="2400"/>
              <a:t>: Le 29 mars 2019 à Paris</a:t>
            </a:r>
            <a:endParaRPr lang="en-US" altLang="zh-CN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/>
              <a:t>Origines</a:t>
            </a:r>
            <a:r>
              <a:rPr lang="en-US" altLang="zh-CN" sz="2400"/>
              <a:t>: Grecque et fran</a:t>
            </a:r>
            <a:r>
              <a:rPr lang="" altLang="en-US" sz="2400"/>
              <a:t>ç</a:t>
            </a:r>
            <a:r>
              <a:rPr lang="en-US" altLang="zh-CN" sz="2400"/>
              <a:t>aise</a:t>
            </a:r>
            <a:endParaRPr lang="en-US" altLang="zh-CN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/>
              <a:t>M</a:t>
            </a:r>
            <a:r>
              <a:rPr lang="en-US" altLang="en-US" sz="2400" b="1"/>
              <a:t>é</a:t>
            </a:r>
            <a:r>
              <a:rPr lang="en-US" altLang="zh-CN" sz="2400" b="1"/>
              <a:t>tiers</a:t>
            </a:r>
            <a:r>
              <a:rPr lang="en-US" altLang="zh-CN" sz="2400"/>
              <a:t>:R</a:t>
            </a:r>
            <a:r>
              <a:rPr lang="en-US" altLang="en-US" sz="2400"/>
              <a:t>é</a:t>
            </a:r>
            <a:r>
              <a:rPr lang="en-US" altLang="zh-CN" sz="2400"/>
              <a:t>alisatrice, sc</a:t>
            </a:r>
            <a:r>
              <a:rPr lang="en-US" altLang="en-US" sz="2400"/>
              <a:t>é</a:t>
            </a:r>
            <a:r>
              <a:rPr lang="en-US" altLang="zh-CN" sz="2400"/>
              <a:t>nariste, photographe, artiste plasticienne</a:t>
            </a:r>
            <a:endParaRPr lang="en-US" altLang="zh-CN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/>
              <a:t>Th</a:t>
            </a:r>
            <a:r>
              <a:rPr lang="" altLang="en-US" sz="2400" b="1"/>
              <a:t>è</a:t>
            </a:r>
            <a:r>
              <a:rPr lang="en-US" altLang="zh-CN" sz="2400" b="1"/>
              <a:t>mes de pr</a:t>
            </a:r>
            <a:r>
              <a:rPr lang="en-US" altLang="en-US" sz="2400" b="1"/>
              <a:t>é</a:t>
            </a:r>
            <a:r>
              <a:rPr lang="en-US" altLang="zh-CN" sz="2400" b="1"/>
              <a:t>dilection</a:t>
            </a:r>
            <a:r>
              <a:rPr lang="en-US" altLang="zh-CN" sz="2400"/>
              <a:t>: F</a:t>
            </a:r>
            <a:r>
              <a:rPr lang="en-US" altLang="en-US" sz="2400"/>
              <a:t>é</a:t>
            </a:r>
            <a:r>
              <a:rPr lang="en-US" altLang="zh-CN" sz="2400"/>
              <a:t>minisme,marginalit</a:t>
            </a:r>
            <a:r>
              <a:rPr lang="en-US" altLang="en-US" sz="2400"/>
              <a:t>é,</a:t>
            </a:r>
            <a:r>
              <a:rPr lang="en-US" altLang="zh-CN" sz="2400"/>
              <a:t>pauvret</a:t>
            </a:r>
            <a:r>
              <a:rPr lang="en-US" altLang="en-US" sz="2400"/>
              <a:t>é, </a:t>
            </a:r>
            <a:r>
              <a:rPr lang="en-US" altLang="zh-CN" sz="2400"/>
              <a:t>m</a:t>
            </a:r>
            <a:r>
              <a:rPr lang="en-US" altLang="en-US" sz="2400"/>
              <a:t>é</a:t>
            </a:r>
            <a:r>
              <a:rPr lang="en-US" altLang="zh-CN" sz="2400"/>
              <a:t>moire, po</a:t>
            </a:r>
            <a:r>
              <a:rPr lang="en-US" altLang="en-US" sz="2400"/>
              <a:t>é</a:t>
            </a:r>
            <a:r>
              <a:rPr lang="en-US" altLang="zh-CN" sz="2400"/>
              <a:t>sie du quotidien.</a:t>
            </a:r>
            <a:endParaRPr lang="en-US" altLang="zh-CN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>
            <p:custDataLst>
              <p:tags r:id="rId1"/>
            </p:custDataLst>
          </p:nvPr>
        </p:nvGrpSpPr>
        <p:grpSpPr>
          <a:xfrm>
            <a:off x="330201" y="1565910"/>
            <a:ext cx="11730355" cy="5328286"/>
            <a:chOff x="330512" y="2522799"/>
            <a:chExt cx="11730366" cy="4325026"/>
          </a:xfrm>
        </p:grpSpPr>
        <p:grpSp>
          <p:nvGrpSpPr>
            <p:cNvPr id="18" name="Group 1"/>
            <p:cNvGrpSpPr>
              <a:grpSpLocks noChangeAspect="1"/>
            </p:cNvGrpSpPr>
            <p:nvPr/>
          </p:nvGrpSpPr>
          <p:grpSpPr bwMode="auto">
            <a:xfrm>
              <a:off x="1057587" y="2522799"/>
              <a:ext cx="10080000" cy="1211795"/>
              <a:chOff x="1511061" y="3222399"/>
              <a:chExt cx="9141307" cy="1098869"/>
            </a:xfrm>
            <a:solidFill>
              <a:schemeClr val="accent6"/>
            </a:solidFill>
          </p:grpSpPr>
          <p:sp>
            <p:nvSpPr>
              <p:cNvPr id="31" name="7"/>
              <p:cNvSpPr/>
              <p:nvPr/>
            </p:nvSpPr>
            <p:spPr>
              <a:xfrm>
                <a:off x="1511061" y="3222399"/>
                <a:ext cx="2148001" cy="10988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5547" y="4050"/>
                    </a:moveTo>
                    <a:cubicBezTo>
                      <a:pt x="3642" y="4050"/>
                      <a:pt x="2093" y="7079"/>
                      <a:pt x="2093" y="10800"/>
                    </a:cubicBezTo>
                    <a:cubicBezTo>
                      <a:pt x="2093" y="14522"/>
                      <a:pt x="3642" y="17550"/>
                      <a:pt x="5547" y="17550"/>
                    </a:cubicBezTo>
                    <a:lnTo>
                      <a:pt x="16053" y="17550"/>
                    </a:lnTo>
                    <a:cubicBezTo>
                      <a:pt x="17958" y="17550"/>
                      <a:pt x="19507" y="14522"/>
                      <a:pt x="19507" y="10800"/>
                    </a:cubicBezTo>
                    <a:cubicBezTo>
                      <a:pt x="19507" y="7079"/>
                      <a:pt x="17958" y="4050"/>
                      <a:pt x="16053" y="4050"/>
                    </a:cubicBezTo>
                    <a:cubicBezTo>
                      <a:pt x="16053" y="4050"/>
                      <a:pt x="5547" y="4050"/>
                      <a:pt x="5547" y="4050"/>
                    </a:cubicBezTo>
                    <a:close/>
                    <a:moveTo>
                      <a:pt x="16053" y="21600"/>
                    </a:moveTo>
                    <a:lnTo>
                      <a:pt x="5547" y="21600"/>
                    </a:lnTo>
                    <a:cubicBezTo>
                      <a:pt x="2488" y="21600"/>
                      <a:pt x="0" y="16777"/>
                      <a:pt x="0" y="10800"/>
                    </a:cubicBezTo>
                    <a:cubicBezTo>
                      <a:pt x="0" y="4823"/>
                      <a:pt x="2488" y="0"/>
                      <a:pt x="5547" y="0"/>
                    </a:cubicBezTo>
                    <a:lnTo>
                      <a:pt x="16053" y="0"/>
                    </a:lnTo>
                    <a:cubicBezTo>
                      <a:pt x="19112" y="0"/>
                      <a:pt x="21600" y="4823"/>
                      <a:pt x="21600" y="10800"/>
                    </a:cubicBezTo>
                    <a:cubicBezTo>
                      <a:pt x="21600" y="16777"/>
                      <a:pt x="19112" y="21600"/>
                      <a:pt x="16053" y="21600"/>
                    </a:cubicBezTo>
                    <a:close/>
                  </a:path>
                </a:pathLst>
              </a:custGeom>
              <a:solidFill>
                <a:srgbClr val="F8C5BD"/>
              </a:solidFill>
              <a:ln w="63500">
                <a:solidFill>
                  <a:srgbClr val="FFFFFF"/>
                </a:solidFill>
                <a:miter lim="400000"/>
              </a:ln>
            </p:spPr>
            <p:txBody>
              <a:bodyPr lIns="38088" tIns="38088" rIns="38088" bIns="38088" anchor="ctr"/>
              <a:lstStyle/>
              <a:p>
                <a:pPr defTabSz="685800">
                  <a:defRPr sz="3200">
                    <a:solidFill>
                      <a:srgbClr val="FFFFFF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 sz="2400">
                  <a:solidFill>
                    <a:srgbClr val="FFFFFF"/>
                  </a:solidFill>
                  <a:latin typeface="+mn-ea"/>
                  <a:ea typeface="+mn-ea"/>
                  <a:cs typeface="Helvetica Light"/>
                  <a:sym typeface="HappyZcool-2016" panose="02010600030101010101" pitchFamily="2" charset="-122"/>
                </a:endParaRPr>
              </a:p>
            </p:txBody>
          </p:sp>
          <p:sp>
            <p:nvSpPr>
              <p:cNvPr id="32" name="6"/>
              <p:cNvSpPr/>
              <p:nvPr/>
            </p:nvSpPr>
            <p:spPr>
              <a:xfrm>
                <a:off x="3846397" y="3222399"/>
                <a:ext cx="2148000" cy="10988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5547" y="4050"/>
                    </a:moveTo>
                    <a:cubicBezTo>
                      <a:pt x="3642" y="4050"/>
                      <a:pt x="2093" y="7079"/>
                      <a:pt x="2093" y="10800"/>
                    </a:cubicBezTo>
                    <a:cubicBezTo>
                      <a:pt x="2093" y="14522"/>
                      <a:pt x="3642" y="17550"/>
                      <a:pt x="5547" y="17550"/>
                    </a:cubicBezTo>
                    <a:lnTo>
                      <a:pt x="16053" y="17550"/>
                    </a:lnTo>
                    <a:cubicBezTo>
                      <a:pt x="17958" y="17550"/>
                      <a:pt x="19507" y="14522"/>
                      <a:pt x="19507" y="10800"/>
                    </a:cubicBezTo>
                    <a:cubicBezTo>
                      <a:pt x="19507" y="7079"/>
                      <a:pt x="17958" y="4050"/>
                      <a:pt x="16053" y="4050"/>
                    </a:cubicBezTo>
                    <a:cubicBezTo>
                      <a:pt x="16053" y="4050"/>
                      <a:pt x="5547" y="4050"/>
                      <a:pt x="5547" y="4050"/>
                    </a:cubicBezTo>
                    <a:close/>
                    <a:moveTo>
                      <a:pt x="16053" y="21600"/>
                    </a:moveTo>
                    <a:lnTo>
                      <a:pt x="5547" y="21600"/>
                    </a:lnTo>
                    <a:cubicBezTo>
                      <a:pt x="2488" y="21600"/>
                      <a:pt x="0" y="16777"/>
                      <a:pt x="0" y="10800"/>
                    </a:cubicBezTo>
                    <a:cubicBezTo>
                      <a:pt x="0" y="4823"/>
                      <a:pt x="2488" y="0"/>
                      <a:pt x="5547" y="0"/>
                    </a:cubicBezTo>
                    <a:lnTo>
                      <a:pt x="16053" y="0"/>
                    </a:lnTo>
                    <a:cubicBezTo>
                      <a:pt x="19112" y="0"/>
                      <a:pt x="21600" y="4823"/>
                      <a:pt x="21600" y="10800"/>
                    </a:cubicBezTo>
                    <a:cubicBezTo>
                      <a:pt x="21600" y="16777"/>
                      <a:pt x="19112" y="21600"/>
                      <a:pt x="16053" y="21600"/>
                    </a:cubicBezTo>
                    <a:close/>
                  </a:path>
                </a:pathLst>
              </a:custGeom>
              <a:solidFill>
                <a:srgbClr val="F8C5BD"/>
              </a:solidFill>
              <a:ln w="63500">
                <a:solidFill>
                  <a:srgbClr val="FFFFFF"/>
                </a:solidFill>
                <a:miter lim="400000"/>
              </a:ln>
            </p:spPr>
            <p:txBody>
              <a:bodyPr lIns="38088" tIns="38088" rIns="38088" bIns="38088" anchor="ctr"/>
              <a:lstStyle/>
              <a:p>
                <a:pPr defTabSz="685800">
                  <a:defRPr sz="3200">
                    <a:solidFill>
                      <a:srgbClr val="FFFFFF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r>
                  <a:rPr lang="en-US" sz="2400" dirty="0">
                    <a:solidFill>
                      <a:srgbClr val="FFFFFF"/>
                    </a:solidFill>
                    <a:latin typeface="+mn-ea"/>
                    <a:ea typeface="+mn-ea"/>
                    <a:cs typeface="Helvetica Light"/>
                    <a:sym typeface="HappyZcool-2016" panose="02010600030101010101" pitchFamily="2" charset="-122"/>
                  </a:rPr>
                  <a:t>6</a:t>
                </a:r>
                <a:endParaRPr lang="en-US" sz="2400" dirty="0">
                  <a:solidFill>
                    <a:srgbClr val="FFFFFF"/>
                  </a:solidFill>
                  <a:latin typeface="+mn-ea"/>
                  <a:ea typeface="+mn-ea"/>
                  <a:cs typeface="Helvetica Light"/>
                  <a:sym typeface="HappyZcool-2016" panose="02010600030101010101" pitchFamily="2" charset="-122"/>
                </a:endParaRPr>
              </a:p>
            </p:txBody>
          </p:sp>
          <p:sp>
            <p:nvSpPr>
              <p:cNvPr id="33" name="5"/>
              <p:cNvSpPr/>
              <p:nvPr/>
            </p:nvSpPr>
            <p:spPr>
              <a:xfrm>
                <a:off x="6181732" y="3222399"/>
                <a:ext cx="2146413" cy="10988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5547" y="4050"/>
                    </a:moveTo>
                    <a:cubicBezTo>
                      <a:pt x="3642" y="4050"/>
                      <a:pt x="2093" y="7079"/>
                      <a:pt x="2093" y="10800"/>
                    </a:cubicBezTo>
                    <a:cubicBezTo>
                      <a:pt x="2093" y="14522"/>
                      <a:pt x="3642" y="17550"/>
                      <a:pt x="5547" y="17550"/>
                    </a:cubicBezTo>
                    <a:lnTo>
                      <a:pt x="16053" y="17550"/>
                    </a:lnTo>
                    <a:cubicBezTo>
                      <a:pt x="17958" y="17550"/>
                      <a:pt x="19507" y="14522"/>
                      <a:pt x="19507" y="10800"/>
                    </a:cubicBezTo>
                    <a:cubicBezTo>
                      <a:pt x="19507" y="7079"/>
                      <a:pt x="17958" y="4050"/>
                      <a:pt x="16053" y="4050"/>
                    </a:cubicBezTo>
                    <a:cubicBezTo>
                      <a:pt x="16053" y="4050"/>
                      <a:pt x="5547" y="4050"/>
                      <a:pt x="5547" y="4050"/>
                    </a:cubicBezTo>
                    <a:close/>
                    <a:moveTo>
                      <a:pt x="16053" y="21600"/>
                    </a:moveTo>
                    <a:lnTo>
                      <a:pt x="5547" y="21600"/>
                    </a:lnTo>
                    <a:cubicBezTo>
                      <a:pt x="2488" y="21600"/>
                      <a:pt x="0" y="16777"/>
                      <a:pt x="0" y="10800"/>
                    </a:cubicBezTo>
                    <a:cubicBezTo>
                      <a:pt x="0" y="4823"/>
                      <a:pt x="2488" y="0"/>
                      <a:pt x="5547" y="0"/>
                    </a:cubicBezTo>
                    <a:lnTo>
                      <a:pt x="16053" y="0"/>
                    </a:lnTo>
                    <a:cubicBezTo>
                      <a:pt x="19112" y="0"/>
                      <a:pt x="21600" y="4823"/>
                      <a:pt x="21600" y="10800"/>
                    </a:cubicBezTo>
                    <a:cubicBezTo>
                      <a:pt x="21600" y="16777"/>
                      <a:pt x="19112" y="21600"/>
                      <a:pt x="16053" y="21600"/>
                    </a:cubicBezTo>
                    <a:close/>
                  </a:path>
                </a:pathLst>
              </a:custGeom>
              <a:solidFill>
                <a:srgbClr val="F8C5BD"/>
              </a:solidFill>
              <a:ln w="63500">
                <a:solidFill>
                  <a:srgbClr val="FFFFFF"/>
                </a:solidFill>
                <a:miter lim="400000"/>
              </a:ln>
            </p:spPr>
            <p:txBody>
              <a:bodyPr lIns="38088" tIns="38088" rIns="38088" bIns="38088" anchor="ctr"/>
              <a:lstStyle/>
              <a:p>
                <a:pPr defTabSz="685800">
                  <a:defRPr sz="3200">
                    <a:solidFill>
                      <a:srgbClr val="FFFFFF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 sz="2400">
                  <a:solidFill>
                    <a:srgbClr val="FFFFFF"/>
                  </a:solidFill>
                  <a:latin typeface="+mn-ea"/>
                  <a:ea typeface="+mn-ea"/>
                  <a:cs typeface="Helvetica Light"/>
                  <a:sym typeface="HappyZcool-2016" panose="02010600030101010101" pitchFamily="2" charset="-122"/>
                </a:endParaRPr>
              </a:p>
            </p:txBody>
          </p:sp>
          <p:sp>
            <p:nvSpPr>
              <p:cNvPr id="34" name="4"/>
              <p:cNvSpPr/>
              <p:nvPr/>
            </p:nvSpPr>
            <p:spPr>
              <a:xfrm>
                <a:off x="8504368" y="3222399"/>
                <a:ext cx="2148000" cy="10988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5547" y="4050"/>
                    </a:moveTo>
                    <a:cubicBezTo>
                      <a:pt x="3642" y="4050"/>
                      <a:pt x="2093" y="7079"/>
                      <a:pt x="2093" y="10800"/>
                    </a:cubicBezTo>
                    <a:cubicBezTo>
                      <a:pt x="2093" y="14522"/>
                      <a:pt x="3642" y="17550"/>
                      <a:pt x="5547" y="17550"/>
                    </a:cubicBezTo>
                    <a:lnTo>
                      <a:pt x="16053" y="17550"/>
                    </a:lnTo>
                    <a:cubicBezTo>
                      <a:pt x="17958" y="17550"/>
                      <a:pt x="19507" y="14522"/>
                      <a:pt x="19507" y="10800"/>
                    </a:cubicBezTo>
                    <a:cubicBezTo>
                      <a:pt x="19507" y="7079"/>
                      <a:pt x="17958" y="4050"/>
                      <a:pt x="16053" y="4050"/>
                    </a:cubicBezTo>
                    <a:cubicBezTo>
                      <a:pt x="16053" y="4050"/>
                      <a:pt x="5547" y="4050"/>
                      <a:pt x="5547" y="4050"/>
                    </a:cubicBezTo>
                    <a:close/>
                    <a:moveTo>
                      <a:pt x="16053" y="21600"/>
                    </a:moveTo>
                    <a:lnTo>
                      <a:pt x="5547" y="21600"/>
                    </a:lnTo>
                    <a:cubicBezTo>
                      <a:pt x="2488" y="21600"/>
                      <a:pt x="0" y="16777"/>
                      <a:pt x="0" y="10800"/>
                    </a:cubicBezTo>
                    <a:cubicBezTo>
                      <a:pt x="0" y="4823"/>
                      <a:pt x="2488" y="0"/>
                      <a:pt x="5547" y="0"/>
                    </a:cubicBezTo>
                    <a:lnTo>
                      <a:pt x="16053" y="0"/>
                    </a:lnTo>
                    <a:cubicBezTo>
                      <a:pt x="19112" y="0"/>
                      <a:pt x="21600" y="4823"/>
                      <a:pt x="21600" y="10800"/>
                    </a:cubicBezTo>
                    <a:cubicBezTo>
                      <a:pt x="21600" y="16777"/>
                      <a:pt x="19112" y="21600"/>
                      <a:pt x="16053" y="21600"/>
                    </a:cubicBezTo>
                    <a:close/>
                  </a:path>
                </a:pathLst>
              </a:custGeom>
              <a:solidFill>
                <a:srgbClr val="F8C5BD"/>
              </a:solidFill>
              <a:ln w="63500">
                <a:solidFill>
                  <a:srgbClr val="FFFFFF"/>
                </a:solidFill>
                <a:miter lim="400000"/>
              </a:ln>
            </p:spPr>
            <p:txBody>
              <a:bodyPr lIns="38088" tIns="38088" rIns="38088" bIns="38088" anchor="ctr"/>
              <a:lstStyle/>
              <a:p>
                <a:pPr defTabSz="685800">
                  <a:defRPr sz="3200">
                    <a:solidFill>
                      <a:srgbClr val="FFFFFF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 sz="2400">
                  <a:solidFill>
                    <a:srgbClr val="FFFFFF"/>
                  </a:solidFill>
                  <a:latin typeface="+mn-ea"/>
                  <a:ea typeface="+mn-ea"/>
                  <a:cs typeface="Helvetica Light"/>
                  <a:sym typeface="HappyZcool-2016" panose="02010600030101010101" pitchFamily="2" charset="-122"/>
                </a:endParaRPr>
              </a:p>
            </p:txBody>
          </p:sp>
          <p:sp>
            <p:nvSpPr>
              <p:cNvPr id="35" name="3"/>
              <p:cNvSpPr/>
              <p:nvPr/>
            </p:nvSpPr>
            <p:spPr>
              <a:xfrm>
                <a:off x="2908135" y="3622565"/>
                <a:ext cx="1701890" cy="2858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0800"/>
                    </a:moveTo>
                    <a:cubicBezTo>
                      <a:pt x="21600" y="17060"/>
                      <a:pt x="20794" y="21600"/>
                      <a:pt x="19800" y="21600"/>
                    </a:cubicBezTo>
                    <a:lnTo>
                      <a:pt x="1800" y="21600"/>
                    </a:lnTo>
                    <a:cubicBezTo>
                      <a:pt x="806" y="21600"/>
                      <a:pt x="0" y="17060"/>
                      <a:pt x="0" y="10800"/>
                    </a:cubicBezTo>
                    <a:lnTo>
                      <a:pt x="0" y="10800"/>
                    </a:lnTo>
                    <a:cubicBezTo>
                      <a:pt x="0" y="4540"/>
                      <a:pt x="806" y="0"/>
                      <a:pt x="1800" y="0"/>
                    </a:cubicBezTo>
                    <a:lnTo>
                      <a:pt x="19800" y="0"/>
                    </a:lnTo>
                    <a:cubicBezTo>
                      <a:pt x="20794" y="0"/>
                      <a:pt x="21600" y="4540"/>
                      <a:pt x="21600" y="10800"/>
                    </a:cubicBezTo>
                    <a:cubicBezTo>
                      <a:pt x="21600" y="10800"/>
                      <a:pt x="21600" y="10800"/>
                      <a:pt x="21600" y="10800"/>
                    </a:cubicBezTo>
                    <a:close/>
                  </a:path>
                </a:pathLst>
              </a:custGeom>
              <a:solidFill>
                <a:srgbClr val="F8C5BD"/>
              </a:solidFill>
              <a:ln w="38100">
                <a:solidFill>
                  <a:schemeClr val="bg1">
                    <a:lumMod val="95000"/>
                  </a:schemeClr>
                </a:solidFill>
                <a:miter lim="400000"/>
              </a:ln>
            </p:spPr>
            <p:txBody>
              <a:bodyPr lIns="0" tIns="0" rIns="0" bIns="0" anchor="ctr"/>
              <a:lstStyle/>
              <a:p>
                <a:pPr defTabSz="685800">
                  <a:defRPr sz="3200">
                    <a:solidFill>
                      <a:srgbClr val="FFFFFF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 sz="2400">
                  <a:solidFill>
                    <a:srgbClr val="FFFFFF"/>
                  </a:solidFill>
                  <a:latin typeface="+mn-ea"/>
                  <a:ea typeface="+mn-ea"/>
                  <a:cs typeface="Helvetica Light"/>
                  <a:sym typeface="HappyZcool-2016" panose="02010600030101010101" pitchFamily="2" charset="-122"/>
                </a:endParaRPr>
              </a:p>
            </p:txBody>
          </p:sp>
          <p:sp>
            <p:nvSpPr>
              <p:cNvPr id="36" name="2"/>
              <p:cNvSpPr/>
              <p:nvPr/>
            </p:nvSpPr>
            <p:spPr>
              <a:xfrm>
                <a:off x="5241883" y="3622565"/>
                <a:ext cx="1703478" cy="2858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0800"/>
                    </a:moveTo>
                    <a:cubicBezTo>
                      <a:pt x="21600" y="17060"/>
                      <a:pt x="20794" y="21600"/>
                      <a:pt x="19800" y="21600"/>
                    </a:cubicBezTo>
                    <a:lnTo>
                      <a:pt x="1800" y="21600"/>
                    </a:lnTo>
                    <a:cubicBezTo>
                      <a:pt x="806" y="21600"/>
                      <a:pt x="0" y="17060"/>
                      <a:pt x="0" y="10800"/>
                    </a:cubicBezTo>
                    <a:lnTo>
                      <a:pt x="0" y="10800"/>
                    </a:lnTo>
                    <a:cubicBezTo>
                      <a:pt x="0" y="4540"/>
                      <a:pt x="806" y="0"/>
                      <a:pt x="1800" y="0"/>
                    </a:cubicBezTo>
                    <a:lnTo>
                      <a:pt x="19800" y="0"/>
                    </a:lnTo>
                    <a:cubicBezTo>
                      <a:pt x="20794" y="0"/>
                      <a:pt x="21600" y="4540"/>
                      <a:pt x="21600" y="10800"/>
                    </a:cubicBezTo>
                    <a:cubicBezTo>
                      <a:pt x="21600" y="10800"/>
                      <a:pt x="21600" y="10800"/>
                      <a:pt x="21600" y="10800"/>
                    </a:cubicBezTo>
                    <a:close/>
                  </a:path>
                </a:pathLst>
              </a:custGeom>
              <a:solidFill>
                <a:srgbClr val="F8C5BD"/>
              </a:solidFill>
              <a:ln w="38100">
                <a:solidFill>
                  <a:schemeClr val="bg1">
                    <a:lumMod val="95000"/>
                  </a:schemeClr>
                </a:solidFill>
                <a:miter lim="400000"/>
              </a:ln>
            </p:spPr>
            <p:txBody>
              <a:bodyPr lIns="0" tIns="0" rIns="0" bIns="0" anchor="ctr"/>
              <a:lstStyle/>
              <a:p>
                <a:pPr defTabSz="685800">
                  <a:defRPr sz="3200">
                    <a:solidFill>
                      <a:srgbClr val="FFFFFF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 sz="2400">
                  <a:solidFill>
                    <a:srgbClr val="FFFFFF"/>
                  </a:solidFill>
                  <a:latin typeface="+mn-ea"/>
                  <a:ea typeface="+mn-ea"/>
                  <a:cs typeface="Helvetica Light"/>
                  <a:sym typeface="HappyZcool-2016" panose="02010600030101010101" pitchFamily="2" charset="-122"/>
                </a:endParaRPr>
              </a:p>
            </p:txBody>
          </p:sp>
          <p:sp>
            <p:nvSpPr>
              <p:cNvPr id="37" name="1"/>
              <p:cNvSpPr/>
              <p:nvPr/>
            </p:nvSpPr>
            <p:spPr>
              <a:xfrm>
                <a:off x="7566105" y="3622565"/>
                <a:ext cx="1703478" cy="2858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0800"/>
                    </a:moveTo>
                    <a:cubicBezTo>
                      <a:pt x="21600" y="17060"/>
                      <a:pt x="20794" y="21600"/>
                      <a:pt x="19800" y="21600"/>
                    </a:cubicBezTo>
                    <a:lnTo>
                      <a:pt x="1800" y="21600"/>
                    </a:lnTo>
                    <a:cubicBezTo>
                      <a:pt x="806" y="21600"/>
                      <a:pt x="0" y="17060"/>
                      <a:pt x="0" y="10800"/>
                    </a:cubicBezTo>
                    <a:lnTo>
                      <a:pt x="0" y="10800"/>
                    </a:lnTo>
                    <a:cubicBezTo>
                      <a:pt x="0" y="4540"/>
                      <a:pt x="806" y="0"/>
                      <a:pt x="1800" y="0"/>
                    </a:cubicBezTo>
                    <a:lnTo>
                      <a:pt x="19800" y="0"/>
                    </a:lnTo>
                    <a:cubicBezTo>
                      <a:pt x="20794" y="0"/>
                      <a:pt x="21600" y="4540"/>
                      <a:pt x="21600" y="10800"/>
                    </a:cubicBezTo>
                    <a:cubicBezTo>
                      <a:pt x="21600" y="10800"/>
                      <a:pt x="21600" y="10800"/>
                      <a:pt x="21600" y="10800"/>
                    </a:cubicBezTo>
                    <a:close/>
                  </a:path>
                </a:pathLst>
              </a:custGeom>
              <a:solidFill>
                <a:srgbClr val="F8C5BD"/>
              </a:solidFill>
              <a:ln w="38100">
                <a:solidFill>
                  <a:schemeClr val="bg1">
                    <a:lumMod val="95000"/>
                  </a:schemeClr>
                </a:solidFill>
                <a:miter lim="400000"/>
              </a:ln>
            </p:spPr>
            <p:txBody>
              <a:bodyPr lIns="0" tIns="0" rIns="0" bIns="0" anchor="ctr"/>
              <a:lstStyle/>
              <a:p>
                <a:pPr defTabSz="685800">
                  <a:defRPr sz="3200">
                    <a:solidFill>
                      <a:srgbClr val="FFFFFF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 sz="2400">
                  <a:solidFill>
                    <a:srgbClr val="FFFFFF"/>
                  </a:solidFill>
                  <a:latin typeface="+mn-ea"/>
                  <a:ea typeface="+mn-ea"/>
                  <a:cs typeface="Helvetica Light"/>
                  <a:sym typeface="HappyZcool-2016" panose="02010600030101010101" pitchFamily="2" charset="-122"/>
                </a:endParaRPr>
              </a:p>
            </p:txBody>
          </p:sp>
        </p:grpSp>
        <p:sp>
          <p:nvSpPr>
            <p:cNvPr id="20" name="文本框 40"/>
            <p:cNvSpPr txBox="1"/>
            <p:nvPr>
              <p:custDataLst>
                <p:tags r:id="rId2"/>
              </p:custDataLst>
            </p:nvPr>
          </p:nvSpPr>
          <p:spPr>
            <a:xfrm>
              <a:off x="330512" y="4762885"/>
              <a:ext cx="2874013" cy="2016386"/>
            </a:xfrm>
            <a:prstGeom prst="rect">
              <a:avLst/>
            </a:prstGeom>
            <a:noFill/>
          </p:spPr>
          <p:txBody>
            <a:bodyPr wrap="square" lIns="87567" tIns="43784" rIns="87567" bIns="43784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en-US" altLang="zh-CN" sz="2400" dirty="0">
                  <a:solidFill>
                    <a:schemeClr val="tx1"/>
                  </a:solidFill>
                  <a:latin typeface="+mn-ea"/>
                  <a:ea typeface="+mn-ea"/>
                </a:rPr>
                <a:t>Elle commence comme photographe de th</a:t>
              </a:r>
              <a:r>
                <a:rPr lang="en-US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éâ</a:t>
              </a:r>
              <a:r>
                <a:rPr lang="en-US" altLang="zh-CN" sz="2400" dirty="0">
                  <a:solidFill>
                    <a:schemeClr val="tx1"/>
                  </a:solidFill>
                  <a:latin typeface="+mn-ea"/>
                  <a:ea typeface="+mn-ea"/>
                </a:rPr>
                <a:t>tre au festival d'Avignon.</a:t>
              </a:r>
              <a:endParaRPr lang="en-US" altLang="zh-CN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22" name="文本框 43"/>
            <p:cNvSpPr txBox="1"/>
            <p:nvPr>
              <p:custDataLst>
                <p:tags r:id="rId3"/>
              </p:custDataLst>
            </p:nvPr>
          </p:nvSpPr>
          <p:spPr>
            <a:xfrm>
              <a:off x="3205160" y="4718042"/>
              <a:ext cx="2845438" cy="2016386"/>
            </a:xfrm>
            <a:prstGeom prst="rect">
              <a:avLst/>
            </a:prstGeom>
            <a:noFill/>
          </p:spPr>
          <p:txBody>
            <a:bodyPr wrap="square" lIns="87567" tIns="43784" rIns="87567" bIns="43784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en-US" altLang="zh-CN" sz="2400" dirty="0">
                  <a:solidFill>
                    <a:schemeClr val="tx1"/>
                  </a:solidFill>
                  <a:latin typeface="+mn-ea"/>
                </a:rPr>
                <a:t>Sans formation cin</a:t>
              </a:r>
              <a:r>
                <a:rPr lang="en-US" altLang="en-US" sz="2400" dirty="0">
                  <a:solidFill>
                    <a:schemeClr val="tx1"/>
                  </a:solidFill>
                  <a:latin typeface="+mn-ea"/>
                </a:rPr>
                <a:t>é</a:t>
              </a:r>
              <a:r>
                <a:rPr lang="en-US" altLang="zh-CN" sz="2400" dirty="0">
                  <a:solidFill>
                    <a:schemeClr val="tx1"/>
                  </a:solidFill>
                  <a:latin typeface="+mn-ea"/>
                </a:rPr>
                <a:t>matographique, elle r</a:t>
              </a:r>
              <a:r>
                <a:rPr lang="en-US" altLang="en-US" sz="2400" dirty="0">
                  <a:solidFill>
                    <a:schemeClr val="tx1"/>
                  </a:solidFill>
                  <a:latin typeface="+mn-ea"/>
                </a:rPr>
                <a:t>é</a:t>
              </a:r>
              <a:r>
                <a:rPr lang="en-US" altLang="zh-CN" sz="2400" dirty="0">
                  <a:solidFill>
                    <a:schemeClr val="tx1"/>
                  </a:solidFill>
                  <a:latin typeface="+mn-ea"/>
                </a:rPr>
                <a:t>alise son premier film en 1954.</a:t>
              </a:r>
              <a:endParaRPr lang="en-US" altLang="zh-CN" sz="24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4" name="文本框 46"/>
            <p:cNvSpPr txBox="1"/>
            <p:nvPr>
              <p:custDataLst>
                <p:tags r:id="rId4"/>
              </p:custDataLst>
            </p:nvPr>
          </p:nvSpPr>
          <p:spPr>
            <a:xfrm>
              <a:off x="5865812" y="4442283"/>
              <a:ext cx="3060068" cy="2405541"/>
            </a:xfrm>
            <a:prstGeom prst="rect">
              <a:avLst/>
            </a:prstGeom>
            <a:noFill/>
          </p:spPr>
          <p:txBody>
            <a:bodyPr wrap="square" lIns="87567" tIns="43784" rIns="87567" bIns="43784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en-US" altLang="zh-CN" sz="2400" dirty="0">
                  <a:solidFill>
                    <a:schemeClr val="tx1"/>
                  </a:solidFill>
                  <a:latin typeface="+mn-ea"/>
                </a:rPr>
                <a:t> La Pointe Courte est consid</a:t>
              </a:r>
              <a:r>
                <a:rPr lang="en-US" altLang="en-US" sz="2400" dirty="0">
                  <a:solidFill>
                    <a:schemeClr val="tx1"/>
                  </a:solidFill>
                  <a:latin typeface="+mn-ea"/>
                </a:rPr>
                <a:t>é</a:t>
              </a:r>
              <a:r>
                <a:rPr lang="en-US" altLang="zh-CN" sz="2400" dirty="0">
                  <a:solidFill>
                    <a:schemeClr val="tx1"/>
                  </a:solidFill>
                  <a:latin typeface="+mn-ea"/>
                </a:rPr>
                <a:t>r</a:t>
              </a:r>
              <a:r>
                <a:rPr lang="en-US" altLang="en-US" sz="2400" dirty="0">
                  <a:solidFill>
                    <a:schemeClr val="tx1"/>
                  </a:solidFill>
                  <a:latin typeface="+mn-ea"/>
                </a:rPr>
                <a:t>é </a:t>
              </a:r>
              <a:r>
                <a:rPr lang="en-US" altLang="zh-CN" sz="2400" dirty="0">
                  <a:solidFill>
                    <a:schemeClr val="tx1"/>
                  </a:solidFill>
                  <a:latin typeface="+mn-ea"/>
                </a:rPr>
                <a:t>comme le premier film de la Nouvelle Vague fran</a:t>
              </a:r>
              <a:r>
                <a:rPr lang="" altLang="en-US" sz="2400" dirty="0">
                  <a:solidFill>
                    <a:schemeClr val="tx1"/>
                  </a:solidFill>
                  <a:latin typeface="+mn-ea"/>
                </a:rPr>
                <a:t>ç</a:t>
              </a:r>
              <a:r>
                <a:rPr lang="en-US" altLang="zh-CN" sz="2400" dirty="0">
                  <a:solidFill>
                    <a:schemeClr val="tx1"/>
                  </a:solidFill>
                  <a:latin typeface="+mn-ea"/>
                </a:rPr>
                <a:t>aise.</a:t>
              </a:r>
              <a:endParaRPr lang="en-US" altLang="zh-CN" sz="24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0" name="文本框 49"/>
            <p:cNvSpPr txBox="1"/>
            <p:nvPr>
              <p:custDataLst>
                <p:tags r:id="rId5"/>
              </p:custDataLst>
            </p:nvPr>
          </p:nvSpPr>
          <p:spPr>
            <a:xfrm>
              <a:off x="8689025" y="4442284"/>
              <a:ext cx="3371853" cy="2405541"/>
            </a:xfrm>
            <a:prstGeom prst="rect">
              <a:avLst/>
            </a:prstGeom>
            <a:noFill/>
          </p:spPr>
          <p:txBody>
            <a:bodyPr wrap="square" lIns="87567" tIns="43784" rIns="87567" bIns="43784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en-US" altLang="zh-CN" sz="2400" dirty="0">
                  <a:solidFill>
                    <a:schemeClr val="tx1"/>
                  </a:solidFill>
                  <a:latin typeface="+mn-ea"/>
                </a:rPr>
                <a:t> Elle m</a:t>
              </a:r>
              <a:r>
                <a:rPr lang="en-US" altLang="en-US" sz="2400" dirty="0">
                  <a:solidFill>
                    <a:schemeClr val="tx1"/>
                  </a:solidFill>
                  <a:latin typeface="+mn-ea"/>
                </a:rPr>
                <a:t>é</a:t>
              </a:r>
              <a:r>
                <a:rPr lang="en-US" altLang="zh-CN" sz="2400" dirty="0">
                  <a:solidFill>
                    <a:schemeClr val="tx1"/>
                  </a:solidFill>
                  <a:latin typeface="+mn-ea"/>
                </a:rPr>
                <a:t>lange fiction et documentaire avec un regard humain et f</a:t>
              </a:r>
              <a:r>
                <a:rPr lang="en-US" altLang="en-US" sz="2400" dirty="0">
                  <a:solidFill>
                    <a:schemeClr val="tx1"/>
                  </a:solidFill>
                  <a:latin typeface="+mn-ea"/>
                </a:rPr>
                <a:t>é</a:t>
              </a:r>
              <a:r>
                <a:rPr lang="en-US" altLang="zh-CN" sz="2400" dirty="0">
                  <a:solidFill>
                    <a:schemeClr val="tx1"/>
                  </a:solidFill>
                  <a:latin typeface="+mn-ea"/>
                </a:rPr>
                <a:t>ministe pendant plus de 60 ans.</a:t>
              </a:r>
              <a:endParaRPr lang="en-US" altLang="zh-CN" sz="2400" dirty="0">
                <a:solidFill>
                  <a:schemeClr val="tx1"/>
                </a:solidFill>
                <a:latin typeface="+mn-ea"/>
              </a:endParaRPr>
            </a:p>
          </p:txBody>
        </p:sp>
      </p:grpSp>
      <p:pic>
        <p:nvPicPr>
          <p:cNvPr id="26" name="图片 2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187" y="204076"/>
            <a:ext cx="1831974" cy="482518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87705" y="3201035"/>
            <a:ext cx="2392045" cy="953135"/>
          </a:xfrm>
          <a:prstGeom prst="rect">
            <a:avLst/>
          </a:prstGeom>
          <a:solidFill>
            <a:srgbClr val="F8C5BD"/>
          </a:solidFill>
        </p:spPr>
        <p:txBody>
          <a:bodyPr wrap="square" rtlCol="0">
            <a:spAutoFit/>
          </a:bodyPr>
          <a:p>
            <a:pPr algn="ctr"/>
            <a:r>
              <a:rPr lang="en-US" altLang="zh-CN" sz="2800"/>
              <a:t>D</a:t>
            </a:r>
            <a:r>
              <a:rPr lang="en-US" altLang="en-US" sz="2800"/>
              <a:t>é</a:t>
            </a:r>
            <a:r>
              <a:rPr lang="en-US" altLang="zh-CN" sz="2800"/>
              <a:t>buts artistiques</a:t>
            </a:r>
            <a:endParaRPr lang="en-US" altLang="zh-CN" sz="2800"/>
          </a:p>
        </p:txBody>
      </p:sp>
      <p:sp>
        <p:nvSpPr>
          <p:cNvPr id="3" name="文本框 2"/>
          <p:cNvSpPr txBox="1"/>
          <p:nvPr/>
        </p:nvSpPr>
        <p:spPr>
          <a:xfrm>
            <a:off x="3255645" y="3124835"/>
            <a:ext cx="2952115" cy="953135"/>
          </a:xfrm>
          <a:prstGeom prst="rect">
            <a:avLst/>
          </a:prstGeom>
          <a:solidFill>
            <a:srgbClr val="F8C5BD"/>
          </a:solidFill>
        </p:spPr>
        <p:txBody>
          <a:bodyPr wrap="square" rtlCol="0">
            <a:spAutoFit/>
          </a:bodyPr>
          <a:p>
            <a:pPr algn="ctr"/>
            <a:r>
              <a:rPr lang="en-US" altLang="zh-CN" sz="2800"/>
              <a:t>Naissance d'une r</a:t>
            </a:r>
            <a:r>
              <a:rPr lang="en-US" altLang="en-US" sz="2800"/>
              <a:t>é</a:t>
            </a:r>
            <a:r>
              <a:rPr lang="en-US" altLang="zh-CN" sz="2800"/>
              <a:t>alisatrice</a:t>
            </a:r>
            <a:endParaRPr lang="en-US" altLang="zh-CN" sz="2800"/>
          </a:p>
        </p:txBody>
      </p:sp>
      <p:sp>
        <p:nvSpPr>
          <p:cNvPr id="4" name="文本框 3"/>
          <p:cNvSpPr txBox="1"/>
          <p:nvPr/>
        </p:nvSpPr>
        <p:spPr>
          <a:xfrm>
            <a:off x="6383655" y="3124835"/>
            <a:ext cx="2524760" cy="953135"/>
          </a:xfrm>
          <a:prstGeom prst="rect">
            <a:avLst/>
          </a:prstGeom>
          <a:solidFill>
            <a:srgbClr val="F8C5BD"/>
          </a:solidFill>
        </p:spPr>
        <p:txBody>
          <a:bodyPr wrap="square" rtlCol="0">
            <a:spAutoFit/>
          </a:bodyPr>
          <a:p>
            <a:pPr algn="ctr"/>
            <a:r>
              <a:rPr lang="en-US" altLang="zh-CN" sz="2800"/>
              <a:t>Pionni</a:t>
            </a:r>
            <a:r>
              <a:rPr lang="" altLang="en-US" sz="2800"/>
              <a:t>è</a:t>
            </a:r>
            <a:r>
              <a:rPr lang="en-US" altLang="zh-CN" sz="2800"/>
              <a:t>re</a:t>
            </a:r>
            <a:endParaRPr lang="en-US" altLang="zh-CN" sz="2800"/>
          </a:p>
          <a:p>
            <a:pPr algn="ctr"/>
            <a:endParaRPr lang="en-US" altLang="zh-CN" sz="2800"/>
          </a:p>
        </p:txBody>
      </p:sp>
      <p:sp>
        <p:nvSpPr>
          <p:cNvPr id="6" name="文本框 5"/>
          <p:cNvSpPr txBox="1"/>
          <p:nvPr/>
        </p:nvSpPr>
        <p:spPr>
          <a:xfrm>
            <a:off x="7682230" y="636270"/>
            <a:ext cx="40652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000"/>
              <a:t>Biographie</a:t>
            </a:r>
            <a:endParaRPr lang="en-US" altLang="zh-CN" sz="4000"/>
          </a:p>
        </p:txBody>
      </p:sp>
      <p:sp>
        <p:nvSpPr>
          <p:cNvPr id="7" name="文本框 6"/>
          <p:cNvSpPr txBox="1"/>
          <p:nvPr/>
        </p:nvSpPr>
        <p:spPr>
          <a:xfrm>
            <a:off x="9030335" y="3124835"/>
            <a:ext cx="2524760" cy="953135"/>
          </a:xfrm>
          <a:prstGeom prst="rect">
            <a:avLst/>
          </a:prstGeom>
          <a:solidFill>
            <a:srgbClr val="F8C5BD"/>
          </a:solidFill>
        </p:spPr>
        <p:txBody>
          <a:bodyPr wrap="square" rtlCol="0">
            <a:spAutoFit/>
          </a:bodyPr>
          <a:p>
            <a:pPr algn="ctr"/>
            <a:r>
              <a:rPr lang="en-US" altLang="zh-CN" sz="2800">
                <a:sym typeface="+mn-ea"/>
              </a:rPr>
              <a:t>Une longue carri</a:t>
            </a:r>
            <a:r>
              <a:rPr lang="en-US" altLang="en-US" sz="2800">
                <a:sym typeface="+mn-ea"/>
              </a:rPr>
              <a:t>è</a:t>
            </a:r>
            <a:r>
              <a:rPr lang="en-US" altLang="zh-CN" sz="2800">
                <a:sym typeface="+mn-ea"/>
              </a:rPr>
              <a:t>re</a:t>
            </a:r>
            <a:endParaRPr lang="en-US" altLang="zh-CN" sz="2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 r="-86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>
            <a:grpSpLocks noChangeAspect="1"/>
          </p:cNvGrpSpPr>
          <p:nvPr/>
        </p:nvGrpSpPr>
        <p:grpSpPr>
          <a:xfrm>
            <a:off x="4069319" y="1080564"/>
            <a:ext cx="2047318" cy="4320000"/>
            <a:chOff x="3831824" y="1247328"/>
            <a:chExt cx="1704423" cy="3596467"/>
          </a:xfrm>
        </p:grpSpPr>
        <p:sp>
          <p:nvSpPr>
            <p:cNvPr id="6" name="AutoShape 5"/>
            <p:cNvSpPr>
              <a:spLocks noChangeAspect="1" noChangeArrowheads="1" noTextEdit="1"/>
            </p:cNvSpPr>
            <p:nvPr/>
          </p:nvSpPr>
          <p:spPr bwMode="auto">
            <a:xfrm>
              <a:off x="4192587" y="1247328"/>
              <a:ext cx="1343660" cy="35964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accent6"/>
                </a:solidFill>
                <a:latin typeface="+mn-ea"/>
                <a:ea typeface="+mn-ea"/>
              </a:endParaRP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3831824" y="1763084"/>
              <a:ext cx="1570229" cy="2971800"/>
              <a:chOff x="6141728" y="1612725"/>
              <a:chExt cx="1570229" cy="2971800"/>
            </a:xfrm>
          </p:grpSpPr>
          <p:sp>
            <p:nvSpPr>
              <p:cNvPr id="12" name="TextBox 11"/>
              <p:cNvSpPr txBox="1"/>
              <p:nvPr/>
            </p:nvSpPr>
            <p:spPr>
              <a:xfrm>
                <a:off x="6883957" y="1612725"/>
                <a:ext cx="828000" cy="2880000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48000">
                    <a:srgbClr val="F8C5BD"/>
                  </a:gs>
                  <a:gs pos="63000">
                    <a:srgbClr val="F8C5BD"/>
                  </a:gs>
                  <a:gs pos="79000">
                    <a:srgbClr val="F8C5BD"/>
                  </a:gs>
                </a:gsLst>
                <a:lin ang="16200000" scaled="0"/>
              </a:gradFill>
              <a:ln>
                <a:noFill/>
              </a:ln>
            </p:spPr>
            <p:txBody>
              <a:bodyPr vert="eaVert" wrap="square" rIns="90000" rtlCol="0">
                <a:noAutofit/>
              </a:bodyPr>
              <a:lstStyle/>
              <a:p>
                <a:pPr algn="ctr"/>
                <a:endParaRPr lang="zh-CN" altLang="en-US" sz="4800" spc="600" dirty="0">
                  <a:ln w="28575">
                    <a:noFill/>
                  </a:ln>
                  <a:solidFill>
                    <a:schemeClr val="bg1"/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</a:endParaRP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6141728" y="2676525"/>
                <a:ext cx="288000" cy="1908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lIns="72000" tIns="108000" rIns="72000" rtlCol="0" anchor="b" anchorCtr="0"/>
              <a:lstStyle/>
              <a:p>
                <a:pPr algn="r"/>
                <a:r>
                  <a:rPr lang="en-US" altLang="zh-CN" sz="2800" spc="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</a:rPr>
                  <a:t>PART02</a:t>
                </a:r>
                <a:endParaRPr lang="en-US" altLang="zh-CN" sz="2800" spc="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endParaRPr>
              </a:p>
            </p:txBody>
          </p:sp>
        </p:grpSp>
      </p:grp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9" r="4758"/>
          <a:stretch>
            <a:fillRect/>
          </a:stretch>
        </p:blipFill>
        <p:spPr>
          <a:xfrm>
            <a:off x="6413655" y="1700079"/>
            <a:ext cx="3951132" cy="1383346"/>
          </a:xfrm>
          <a:prstGeom prst="rect">
            <a:avLst/>
          </a:prstGeom>
          <a:effectLst/>
        </p:spPr>
      </p:pic>
      <p:sp>
        <p:nvSpPr>
          <p:cNvPr id="8" name="文本框 7"/>
          <p:cNvSpPr txBox="1"/>
          <p:nvPr/>
        </p:nvSpPr>
        <p:spPr>
          <a:xfrm>
            <a:off x="6174105" y="3048635"/>
            <a:ext cx="672020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800"/>
              <a:t>OEuvres cin</a:t>
            </a:r>
            <a:r>
              <a:rPr lang="en-US" altLang="en-US" sz="4800"/>
              <a:t>é</a:t>
            </a:r>
            <a:r>
              <a:rPr lang="en-US" altLang="zh-CN" sz="4800"/>
              <a:t>matographiques majeures</a:t>
            </a:r>
            <a:endParaRPr lang="en-US" altLang="zh-CN" sz="4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1624"/>
          <p:cNvSpPr/>
          <p:nvPr/>
        </p:nvSpPr>
        <p:spPr>
          <a:xfrm>
            <a:off x="2614056" y="2429919"/>
            <a:ext cx="6929558" cy="38805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1730" y="16970"/>
                  <a:pt x="4055" y="13284"/>
                  <a:pt x="7055" y="10308"/>
                </a:cubicBezTo>
                <a:cubicBezTo>
                  <a:pt x="10098" y="7290"/>
                  <a:pt x="13901" y="4973"/>
                  <a:pt x="18380" y="2877"/>
                </a:cubicBezTo>
                <a:lnTo>
                  <a:pt x="18198" y="0"/>
                </a:lnTo>
                <a:lnTo>
                  <a:pt x="21600" y="4603"/>
                </a:lnTo>
                <a:lnTo>
                  <a:pt x="18924" y="11507"/>
                </a:lnTo>
                <a:lnTo>
                  <a:pt x="18743" y="8630"/>
                </a:lnTo>
                <a:cubicBezTo>
                  <a:pt x="14655" y="9764"/>
                  <a:pt x="11069" y="11155"/>
                  <a:pt x="8004" y="13185"/>
                </a:cubicBezTo>
                <a:cubicBezTo>
                  <a:pt x="4885" y="15251"/>
                  <a:pt x="2242" y="17999"/>
                  <a:pt x="0" y="21600"/>
                </a:cubicBezTo>
                <a:close/>
              </a:path>
            </a:pathLst>
          </a:custGeom>
          <a:solidFill>
            <a:srgbClr val="F8C5BD"/>
          </a:solidFill>
          <a:ln w="38100">
            <a:solidFill>
              <a:schemeClr val="bg1"/>
            </a:solidFill>
            <a:miter lim="400000"/>
          </a:ln>
          <a:effectLst>
            <a:outerShdw blurRad="127000" dist="38100" dir="8100000" algn="tr" rotWithShape="0">
              <a:prstClr val="black">
                <a:alpha val="40000"/>
              </a:prstClr>
            </a:outerShdw>
          </a:effectLst>
        </p:spPr>
        <p:txBody>
          <a:bodyPr lIns="0" tIns="0" rIns="0" bIns="0"/>
          <a:lstStyle/>
          <a:p>
            <a:pPr lvl="0"/>
            <a:endParaRPr sz="1735">
              <a:ea typeface="字魂36号-正文宋楷" panose="00000500000000000000" charset="-122"/>
              <a:cs typeface="+mn-ea"/>
              <a:sym typeface="+mn-lt"/>
            </a:endParaRPr>
          </a:p>
        </p:txBody>
      </p:sp>
      <p:sp>
        <p:nvSpPr>
          <p:cNvPr id="43" name="Text Placeholder 3"/>
          <p:cNvSpPr txBox="1"/>
          <p:nvPr/>
        </p:nvSpPr>
        <p:spPr>
          <a:xfrm>
            <a:off x="623966" y="4168860"/>
            <a:ext cx="2086234" cy="408821"/>
          </a:xfrm>
          <a:prstGeom prst="rect">
            <a:avLst/>
          </a:prstGeom>
        </p:spPr>
        <p:txBody>
          <a:bodyPr lIns="91456" tIns="45728" rIns="91456" bIns="45728" anchor="ctr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1954</a:t>
            </a: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9" name="Text Placeholder 4"/>
          <p:cNvSpPr txBox="1"/>
          <p:nvPr/>
        </p:nvSpPr>
        <p:spPr>
          <a:xfrm>
            <a:off x="719995" y="4576879"/>
            <a:ext cx="2001127" cy="621210"/>
          </a:xfrm>
          <a:prstGeom prst="rect">
            <a:avLst/>
          </a:prstGeom>
        </p:spPr>
        <p:txBody>
          <a:bodyPr lIns="91456" tIns="45728" rIns="91456" bIns="45728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buNone/>
            </a:pP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0" name="Shape 1626"/>
          <p:cNvSpPr/>
          <p:nvPr/>
        </p:nvSpPr>
        <p:spPr>
          <a:xfrm flipV="1">
            <a:off x="3130201" y="4382405"/>
            <a:ext cx="1" cy="1387212"/>
          </a:xfrm>
          <a:prstGeom prst="line">
            <a:avLst/>
          </a:prstGeom>
          <a:ln w="12700">
            <a:solidFill>
              <a:srgbClr val="A6AAA9"/>
            </a:solidFill>
            <a:miter lim="400000"/>
          </a:ln>
        </p:spPr>
        <p:txBody>
          <a:bodyPr lIns="25404" tIns="25404" rIns="25404" bIns="25404" anchor="ctr"/>
          <a:lstStyle/>
          <a:p>
            <a:pPr lvl="0"/>
            <a:endParaRPr sz="1735">
              <a:ea typeface="字魂36号-正文宋楷" panose="00000500000000000000" charset="-122"/>
              <a:cs typeface="+mn-ea"/>
              <a:sym typeface="+mn-lt"/>
            </a:endParaRPr>
          </a:p>
        </p:txBody>
      </p:sp>
      <p:sp>
        <p:nvSpPr>
          <p:cNvPr id="51" name="Shape 1627"/>
          <p:cNvSpPr/>
          <p:nvPr/>
        </p:nvSpPr>
        <p:spPr>
          <a:xfrm flipV="1">
            <a:off x="4458703" y="2867478"/>
            <a:ext cx="1" cy="1970065"/>
          </a:xfrm>
          <a:prstGeom prst="line">
            <a:avLst/>
          </a:prstGeom>
          <a:ln w="12700">
            <a:solidFill>
              <a:srgbClr val="A6AAA9"/>
            </a:solidFill>
            <a:miter lim="400000"/>
          </a:ln>
        </p:spPr>
        <p:txBody>
          <a:bodyPr lIns="25404" tIns="25404" rIns="25404" bIns="25404" anchor="ctr"/>
          <a:lstStyle/>
          <a:p>
            <a:pPr lvl="0"/>
            <a:endParaRPr sz="1735">
              <a:ea typeface="字魂36号-正文宋楷" panose="00000500000000000000" charset="-122"/>
              <a:cs typeface="+mn-ea"/>
              <a:sym typeface="+mn-lt"/>
            </a:endParaRPr>
          </a:p>
        </p:txBody>
      </p:sp>
      <p:sp>
        <p:nvSpPr>
          <p:cNvPr id="52" name="Shape 1628"/>
          <p:cNvSpPr/>
          <p:nvPr/>
        </p:nvSpPr>
        <p:spPr>
          <a:xfrm flipV="1">
            <a:off x="5739541" y="2196211"/>
            <a:ext cx="1" cy="2049929"/>
          </a:xfrm>
          <a:prstGeom prst="line">
            <a:avLst/>
          </a:prstGeom>
          <a:ln w="12700">
            <a:solidFill>
              <a:srgbClr val="A6AAA9"/>
            </a:solidFill>
            <a:miter lim="400000"/>
          </a:ln>
        </p:spPr>
        <p:txBody>
          <a:bodyPr lIns="25404" tIns="25404" rIns="25404" bIns="25404" anchor="ctr"/>
          <a:lstStyle/>
          <a:p>
            <a:pPr lvl="0"/>
            <a:endParaRPr sz="1735">
              <a:ea typeface="字魂36号-正文宋楷" panose="00000500000000000000" charset="-122"/>
              <a:cs typeface="+mn-ea"/>
              <a:sym typeface="+mn-lt"/>
            </a:endParaRPr>
          </a:p>
        </p:txBody>
      </p:sp>
      <p:sp>
        <p:nvSpPr>
          <p:cNvPr id="53" name="Shape 1629"/>
          <p:cNvSpPr/>
          <p:nvPr/>
        </p:nvSpPr>
        <p:spPr>
          <a:xfrm flipV="1">
            <a:off x="7534129" y="3689603"/>
            <a:ext cx="1" cy="1361203"/>
          </a:xfrm>
          <a:prstGeom prst="line">
            <a:avLst/>
          </a:prstGeom>
          <a:ln w="12700">
            <a:solidFill>
              <a:srgbClr val="A6AAA9"/>
            </a:solidFill>
            <a:miter lim="400000"/>
          </a:ln>
        </p:spPr>
        <p:txBody>
          <a:bodyPr lIns="25404" tIns="25404" rIns="25404" bIns="25404" anchor="ctr"/>
          <a:lstStyle/>
          <a:p>
            <a:pPr lvl="0"/>
            <a:endParaRPr sz="1735">
              <a:ea typeface="字魂36号-正文宋楷" panose="00000500000000000000" charset="-122"/>
              <a:cs typeface="+mn-ea"/>
              <a:sym typeface="+mn-lt"/>
            </a:endParaRPr>
          </a:p>
        </p:txBody>
      </p:sp>
      <p:sp>
        <p:nvSpPr>
          <p:cNvPr id="54" name="Shape 1630"/>
          <p:cNvSpPr/>
          <p:nvPr/>
        </p:nvSpPr>
        <p:spPr>
          <a:xfrm>
            <a:off x="2905148" y="4130569"/>
            <a:ext cx="478654" cy="4786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8C5BD"/>
          </a:solidFill>
          <a:ln w="38100" cap="flat">
            <a:solidFill>
              <a:schemeClr val="bg1"/>
            </a:solidFill>
            <a:miter lim="400000"/>
          </a:ln>
          <a:effectLst>
            <a:outerShdw blurRad="1270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19054" tIns="19054" rIns="19054" bIns="19054" numCol="1" anchor="ctr">
            <a:noAutofit/>
          </a:bodyPr>
          <a:lstStyle/>
          <a:p>
            <a:pPr lvl="0"/>
            <a:endParaRPr sz="1735">
              <a:ea typeface="字魂36号-正文宋楷" panose="00000500000000000000" charset="-122"/>
              <a:cs typeface="+mn-ea"/>
              <a:sym typeface="+mn-lt"/>
            </a:endParaRPr>
          </a:p>
        </p:txBody>
      </p:sp>
      <p:sp>
        <p:nvSpPr>
          <p:cNvPr id="55" name="Shape 1636"/>
          <p:cNvSpPr/>
          <p:nvPr/>
        </p:nvSpPr>
        <p:spPr>
          <a:xfrm>
            <a:off x="4230304" y="2594448"/>
            <a:ext cx="478655" cy="4786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8C5BD"/>
          </a:solidFill>
          <a:ln w="38100" cap="flat">
            <a:solidFill>
              <a:schemeClr val="bg1"/>
            </a:solidFill>
            <a:miter lim="400000"/>
          </a:ln>
          <a:effectLst>
            <a:outerShdw blurRad="1270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19054" tIns="19054" rIns="19054" bIns="19054" numCol="1" anchor="ctr">
            <a:noAutofit/>
          </a:bodyPr>
          <a:lstStyle/>
          <a:p>
            <a:pPr lvl="0"/>
            <a:endParaRPr sz="1735">
              <a:ea typeface="字魂36号-正文宋楷" panose="00000500000000000000" charset="-122"/>
              <a:cs typeface="+mn-ea"/>
              <a:sym typeface="+mn-lt"/>
            </a:endParaRPr>
          </a:p>
        </p:txBody>
      </p:sp>
      <p:sp>
        <p:nvSpPr>
          <p:cNvPr id="56" name="Shape 1642"/>
          <p:cNvSpPr/>
          <p:nvPr/>
        </p:nvSpPr>
        <p:spPr>
          <a:xfrm>
            <a:off x="5517313" y="1756608"/>
            <a:ext cx="478655" cy="4786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8C5BD"/>
          </a:solidFill>
          <a:ln w="38100" cap="flat">
            <a:solidFill>
              <a:schemeClr val="bg1"/>
            </a:solidFill>
            <a:miter lim="400000"/>
          </a:ln>
          <a:effectLst>
            <a:outerShdw blurRad="1270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19054" tIns="19054" rIns="19054" bIns="19054" numCol="1" anchor="ctr">
            <a:noAutofit/>
          </a:bodyPr>
          <a:lstStyle/>
          <a:p>
            <a:pPr lvl="0"/>
            <a:endParaRPr sz="1735">
              <a:ea typeface="字魂36号-正文宋楷" panose="00000500000000000000" charset="-122"/>
              <a:cs typeface="+mn-ea"/>
              <a:sym typeface="+mn-lt"/>
            </a:endParaRPr>
          </a:p>
        </p:txBody>
      </p:sp>
      <p:sp>
        <p:nvSpPr>
          <p:cNvPr id="57" name="Shape 1648"/>
          <p:cNvSpPr/>
          <p:nvPr/>
        </p:nvSpPr>
        <p:spPr>
          <a:xfrm>
            <a:off x="7307297" y="4837542"/>
            <a:ext cx="478655" cy="4786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8C5BD"/>
          </a:solidFill>
          <a:ln w="38100" cap="flat">
            <a:solidFill>
              <a:schemeClr val="bg1"/>
            </a:solidFill>
            <a:miter lim="400000"/>
          </a:ln>
          <a:effectLst>
            <a:outerShdw blurRad="1270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19054" tIns="19054" rIns="19054" bIns="19054" numCol="1" anchor="ctr">
            <a:noAutofit/>
          </a:bodyPr>
          <a:lstStyle/>
          <a:p>
            <a:pPr lvl="0"/>
            <a:endParaRPr sz="1735">
              <a:ea typeface="字魂36号-正文宋楷" panose="00000500000000000000" charset="-122"/>
              <a:cs typeface="+mn-ea"/>
              <a:sym typeface="+mn-lt"/>
            </a:endParaRPr>
          </a:p>
        </p:txBody>
      </p:sp>
      <p:sp>
        <p:nvSpPr>
          <p:cNvPr id="58" name="Shape 1653"/>
          <p:cNvSpPr/>
          <p:nvPr/>
        </p:nvSpPr>
        <p:spPr>
          <a:xfrm>
            <a:off x="3072417" y="5720056"/>
            <a:ext cx="115568" cy="1155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 lvl="0"/>
            <a:endParaRPr sz="1735">
              <a:ea typeface="字魂36号-正文宋楷" panose="00000500000000000000" charset="-122"/>
              <a:cs typeface="+mn-ea"/>
              <a:sym typeface="+mn-lt"/>
            </a:endParaRPr>
          </a:p>
        </p:txBody>
      </p:sp>
      <p:sp>
        <p:nvSpPr>
          <p:cNvPr id="59" name="Shape 1654"/>
          <p:cNvSpPr/>
          <p:nvPr/>
        </p:nvSpPr>
        <p:spPr>
          <a:xfrm>
            <a:off x="4368802" y="4750098"/>
            <a:ext cx="179797" cy="1797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 lvl="0"/>
            <a:endParaRPr sz="1735">
              <a:ea typeface="字魂36号-正文宋楷" panose="00000500000000000000" charset="-122"/>
              <a:cs typeface="+mn-ea"/>
              <a:sym typeface="+mn-lt"/>
            </a:endParaRPr>
          </a:p>
        </p:txBody>
      </p:sp>
      <p:sp>
        <p:nvSpPr>
          <p:cNvPr id="60" name="Shape 1655"/>
          <p:cNvSpPr/>
          <p:nvPr/>
        </p:nvSpPr>
        <p:spPr>
          <a:xfrm>
            <a:off x="5623984" y="4134204"/>
            <a:ext cx="231116" cy="2311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 lvl="0"/>
            <a:endParaRPr sz="1735">
              <a:ea typeface="字魂36号-正文宋楷" panose="00000500000000000000" charset="-122"/>
              <a:cs typeface="+mn-ea"/>
              <a:sym typeface="+mn-lt"/>
            </a:endParaRPr>
          </a:p>
        </p:txBody>
      </p:sp>
      <p:sp>
        <p:nvSpPr>
          <p:cNvPr id="61" name="Shape 1656"/>
          <p:cNvSpPr/>
          <p:nvPr/>
        </p:nvSpPr>
        <p:spPr>
          <a:xfrm>
            <a:off x="7388112" y="3549532"/>
            <a:ext cx="285804" cy="2858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pPr lvl="0"/>
            <a:endParaRPr sz="1735">
              <a:ea typeface="字魂36号-正文宋楷" panose="00000500000000000000" charset="-122"/>
              <a:cs typeface="+mn-ea"/>
              <a:sym typeface="+mn-lt"/>
            </a:endParaRPr>
          </a:p>
        </p:txBody>
      </p:sp>
      <p:sp>
        <p:nvSpPr>
          <p:cNvPr id="68" name="Text Placeholder 4"/>
          <p:cNvSpPr txBox="1"/>
          <p:nvPr/>
        </p:nvSpPr>
        <p:spPr>
          <a:xfrm>
            <a:off x="3012210" y="4222484"/>
            <a:ext cx="257188" cy="309109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ts val="14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d-ID" sz="1600" b="1" dirty="0">
                <a:solidFill>
                  <a:srgbClr val="FCFCFC"/>
                </a:solidFill>
                <a:latin typeface="+mn-lt"/>
                <a:ea typeface="+mn-ea"/>
                <a:cs typeface="+mn-ea"/>
                <a:sym typeface="+mn-lt"/>
              </a:rPr>
              <a:t>01</a:t>
            </a:r>
            <a:endParaRPr lang="id-ID" sz="1600" b="1" dirty="0">
              <a:solidFill>
                <a:srgbClr val="FCFCFC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9" name="Text Placeholder 4"/>
          <p:cNvSpPr txBox="1"/>
          <p:nvPr/>
        </p:nvSpPr>
        <p:spPr>
          <a:xfrm>
            <a:off x="4337368" y="2672285"/>
            <a:ext cx="257188" cy="309109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ts val="14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d-ID" sz="1600" b="1" dirty="0">
                <a:solidFill>
                  <a:srgbClr val="FCFCFC"/>
                </a:solidFill>
                <a:latin typeface="+mn-lt"/>
                <a:ea typeface="+mn-ea"/>
                <a:cs typeface="+mn-ea"/>
                <a:sym typeface="+mn-lt"/>
              </a:rPr>
              <a:t>02</a:t>
            </a:r>
            <a:endParaRPr lang="id-ID" sz="1600" b="1" dirty="0">
              <a:solidFill>
                <a:srgbClr val="FCFCFC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0" name="Text Placeholder 4"/>
          <p:cNvSpPr txBox="1"/>
          <p:nvPr/>
        </p:nvSpPr>
        <p:spPr>
          <a:xfrm>
            <a:off x="5628162" y="1834449"/>
            <a:ext cx="257188" cy="309109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ts val="14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d-ID" sz="1600" b="1" dirty="0">
                <a:solidFill>
                  <a:srgbClr val="FCFCFC"/>
                </a:solidFill>
                <a:latin typeface="+mn-lt"/>
                <a:ea typeface="+mn-ea"/>
                <a:cs typeface="+mn-ea"/>
                <a:sym typeface="+mn-lt"/>
              </a:rPr>
              <a:t>03</a:t>
            </a:r>
            <a:endParaRPr lang="id-ID" sz="1600" b="1" dirty="0">
              <a:solidFill>
                <a:srgbClr val="FCFCFC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1" name="Text Placeholder 4"/>
          <p:cNvSpPr txBox="1"/>
          <p:nvPr/>
        </p:nvSpPr>
        <p:spPr>
          <a:xfrm>
            <a:off x="7414362" y="4936027"/>
            <a:ext cx="257188" cy="309109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ts val="14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d-ID" sz="1600" b="1" dirty="0">
                <a:solidFill>
                  <a:srgbClr val="FCFCFC"/>
                </a:solidFill>
                <a:latin typeface="+mn-lt"/>
                <a:ea typeface="+mn-ea"/>
                <a:cs typeface="+mn-ea"/>
                <a:sym typeface="+mn-lt"/>
              </a:rPr>
              <a:t>04</a:t>
            </a:r>
            <a:endParaRPr lang="id-ID" sz="1600" b="1" dirty="0">
              <a:solidFill>
                <a:srgbClr val="FCFCFC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2" name="Shape 1625"/>
          <p:cNvSpPr/>
          <p:nvPr/>
        </p:nvSpPr>
        <p:spPr>
          <a:xfrm>
            <a:off x="9650641" y="2302272"/>
            <a:ext cx="1387212" cy="13872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rgbClr val="F8C5BD"/>
          </a:solidFill>
          <a:ln w="50800">
            <a:solidFill>
              <a:schemeClr val="bg1"/>
            </a:solidFill>
            <a:miter lim="400000"/>
          </a:ln>
          <a:effectLst>
            <a:outerShdw blurRad="127000" dist="38100" dir="8100000" algn="tr" rotWithShape="0">
              <a:prstClr val="black">
                <a:alpha val="40000"/>
              </a:prstClr>
            </a:outerShdw>
          </a:effectLst>
        </p:spPr>
        <p:txBody>
          <a:bodyPr lIns="0" tIns="0" rIns="0" bIns="0"/>
          <a:lstStyle/>
          <a:p>
            <a:pPr lvl="0"/>
            <a:endParaRPr sz="1735">
              <a:ea typeface="字魂36号-正文宋楷" panose="00000500000000000000" charset="-122"/>
              <a:cs typeface="+mn-ea"/>
              <a:sym typeface="+mn-lt"/>
            </a:endParaRPr>
          </a:p>
        </p:txBody>
      </p:sp>
      <p:sp>
        <p:nvSpPr>
          <p:cNvPr id="73" name="Shape 1657"/>
          <p:cNvSpPr/>
          <p:nvPr/>
        </p:nvSpPr>
        <p:spPr>
          <a:xfrm>
            <a:off x="10038080" y="2650490"/>
            <a:ext cx="611505" cy="6762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35" y="3821"/>
                </a:moveTo>
                <a:lnTo>
                  <a:pt x="4745" y="3821"/>
                </a:lnTo>
                <a:cubicBezTo>
                  <a:pt x="4832" y="6659"/>
                  <a:pt x="5371" y="8569"/>
                  <a:pt x="6052" y="9978"/>
                </a:cubicBezTo>
                <a:cubicBezTo>
                  <a:pt x="3968" y="8590"/>
                  <a:pt x="2022" y="6988"/>
                  <a:pt x="1735" y="3821"/>
                </a:cubicBezTo>
                <a:close/>
                <a:moveTo>
                  <a:pt x="10800" y="1439"/>
                </a:moveTo>
                <a:cubicBezTo>
                  <a:pt x="14079" y="1438"/>
                  <a:pt x="15359" y="2749"/>
                  <a:pt x="15358" y="3236"/>
                </a:cubicBezTo>
                <a:cubicBezTo>
                  <a:pt x="15358" y="3725"/>
                  <a:pt x="14080" y="5035"/>
                  <a:pt x="10800" y="5038"/>
                </a:cubicBezTo>
                <a:cubicBezTo>
                  <a:pt x="7521" y="5035"/>
                  <a:pt x="6242" y="3725"/>
                  <a:pt x="6242" y="3236"/>
                </a:cubicBezTo>
                <a:cubicBezTo>
                  <a:pt x="6241" y="2749"/>
                  <a:pt x="7521" y="1438"/>
                  <a:pt x="10800" y="1439"/>
                </a:cubicBezTo>
                <a:close/>
                <a:moveTo>
                  <a:pt x="15548" y="9978"/>
                </a:moveTo>
                <a:cubicBezTo>
                  <a:pt x="16230" y="8569"/>
                  <a:pt x="16768" y="6659"/>
                  <a:pt x="16855" y="3821"/>
                </a:cubicBezTo>
                <a:lnTo>
                  <a:pt x="19866" y="3821"/>
                </a:lnTo>
                <a:cubicBezTo>
                  <a:pt x="19580" y="6988"/>
                  <a:pt x="17632" y="8590"/>
                  <a:pt x="15548" y="9978"/>
                </a:cubicBezTo>
                <a:close/>
                <a:moveTo>
                  <a:pt x="12216" y="15911"/>
                </a:moveTo>
                <a:cubicBezTo>
                  <a:pt x="12216" y="14207"/>
                  <a:pt x="13537" y="13266"/>
                  <a:pt x="15690" y="11871"/>
                </a:cubicBezTo>
                <a:cubicBezTo>
                  <a:pt x="18323" y="10163"/>
                  <a:pt x="21600" y="8040"/>
                  <a:pt x="21600" y="2998"/>
                </a:cubicBezTo>
                <a:cubicBezTo>
                  <a:pt x="21600" y="2544"/>
                  <a:pt x="21220" y="2177"/>
                  <a:pt x="20750" y="2177"/>
                </a:cubicBezTo>
                <a:lnTo>
                  <a:pt x="16635" y="2177"/>
                </a:lnTo>
                <a:cubicBezTo>
                  <a:pt x="16053" y="1125"/>
                  <a:pt x="14320" y="0"/>
                  <a:pt x="10800" y="0"/>
                </a:cubicBezTo>
                <a:cubicBezTo>
                  <a:pt x="7281" y="0"/>
                  <a:pt x="5547" y="1125"/>
                  <a:pt x="4966" y="2177"/>
                </a:cubicBezTo>
                <a:lnTo>
                  <a:pt x="850" y="2177"/>
                </a:lnTo>
                <a:cubicBezTo>
                  <a:pt x="380" y="2177"/>
                  <a:pt x="0" y="2544"/>
                  <a:pt x="0" y="2998"/>
                </a:cubicBezTo>
                <a:cubicBezTo>
                  <a:pt x="0" y="8040"/>
                  <a:pt x="3277" y="10163"/>
                  <a:pt x="5912" y="11871"/>
                </a:cubicBezTo>
                <a:cubicBezTo>
                  <a:pt x="8065" y="13266"/>
                  <a:pt x="9384" y="14207"/>
                  <a:pt x="9384" y="15911"/>
                </a:cubicBezTo>
                <a:lnTo>
                  <a:pt x="9384" y="17450"/>
                </a:lnTo>
                <a:cubicBezTo>
                  <a:pt x="7122" y="17696"/>
                  <a:pt x="5461" y="18514"/>
                  <a:pt x="5461" y="19487"/>
                </a:cubicBezTo>
                <a:cubicBezTo>
                  <a:pt x="5461" y="20654"/>
                  <a:pt x="7851" y="21600"/>
                  <a:pt x="10800" y="21600"/>
                </a:cubicBezTo>
                <a:cubicBezTo>
                  <a:pt x="13749" y="21600"/>
                  <a:pt x="16139" y="20654"/>
                  <a:pt x="16139" y="19487"/>
                </a:cubicBezTo>
                <a:cubicBezTo>
                  <a:pt x="16139" y="18514"/>
                  <a:pt x="14478" y="17696"/>
                  <a:pt x="12216" y="17450"/>
                </a:cubicBezTo>
                <a:cubicBezTo>
                  <a:pt x="12216" y="17450"/>
                  <a:pt x="12216" y="15911"/>
                  <a:pt x="12216" y="15911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 sz="1735">
              <a:ea typeface="字魂36号-正文宋楷" panose="00000500000000000000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 userDrawn="1"/>
        </p:nvGrpSpPr>
        <p:grpSpPr>
          <a:xfrm>
            <a:off x="0" y="-635"/>
            <a:ext cx="12195175" cy="6859270"/>
            <a:chOff x="0" y="0"/>
            <a:chExt cx="19205" cy="10802"/>
          </a:xfrm>
        </p:grpSpPr>
        <p:sp>
          <p:nvSpPr>
            <p:cNvPr id="3" name="矩形 2"/>
            <p:cNvSpPr/>
            <p:nvPr userDrawn="1"/>
          </p:nvSpPr>
          <p:spPr>
            <a:xfrm flipV="1">
              <a:off x="0" y="1191"/>
              <a:ext cx="11339" cy="624"/>
            </a:xfrm>
            <a:prstGeom prst="rect">
              <a:avLst/>
            </a:prstGeom>
            <a:solidFill>
              <a:srgbClr val="F8C5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图文框 3"/>
            <p:cNvSpPr/>
            <p:nvPr userDrawn="1"/>
          </p:nvSpPr>
          <p:spPr>
            <a:xfrm>
              <a:off x="0" y="0"/>
              <a:ext cx="19205" cy="10803"/>
            </a:xfrm>
            <a:prstGeom prst="frame">
              <a:avLst>
                <a:gd name="adj1" fmla="val 1756"/>
              </a:avLst>
            </a:prstGeom>
            <a:solidFill>
              <a:srgbClr val="F8C5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" name="等腰三角形 4"/>
            <p:cNvSpPr/>
            <p:nvPr userDrawn="1"/>
          </p:nvSpPr>
          <p:spPr>
            <a:xfrm rot="16200000">
              <a:off x="18553" y="1162"/>
              <a:ext cx="624" cy="680"/>
            </a:xfrm>
            <a:prstGeom prst="triangle">
              <a:avLst/>
            </a:prstGeom>
            <a:solidFill>
              <a:srgbClr val="F8C5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5" name="图片 3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187" y="204076"/>
            <a:ext cx="1831974" cy="482518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509510" y="607060"/>
            <a:ext cx="40652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600"/>
              <a:t>Chronologie des films</a:t>
            </a:r>
            <a:endParaRPr lang="en-US" altLang="zh-CN" sz="3600"/>
          </a:p>
        </p:txBody>
      </p:sp>
      <p:sp>
        <p:nvSpPr>
          <p:cNvPr id="8" name="Text Placeholder 3"/>
          <p:cNvSpPr txBox="1"/>
          <p:nvPr/>
        </p:nvSpPr>
        <p:spPr>
          <a:xfrm>
            <a:off x="1731406" y="1981920"/>
            <a:ext cx="2086234" cy="408821"/>
          </a:xfrm>
          <a:prstGeom prst="rect">
            <a:avLst/>
          </a:prstGeom>
        </p:spPr>
        <p:txBody>
          <a:bodyPr lIns="91456" tIns="45728" rIns="91456" bIns="45728" anchor="ctr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1962</a:t>
            </a: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Text Placeholder 3"/>
          <p:cNvSpPr txBox="1"/>
          <p:nvPr/>
        </p:nvSpPr>
        <p:spPr>
          <a:xfrm>
            <a:off x="6148466" y="1372320"/>
            <a:ext cx="2086234" cy="408821"/>
          </a:xfrm>
          <a:prstGeom prst="rect">
            <a:avLst/>
          </a:prstGeom>
        </p:spPr>
        <p:txBody>
          <a:bodyPr lIns="91456" tIns="45728" rIns="91456" bIns="45728" anchor="ctr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1985</a:t>
            </a: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Text Placeholder 3"/>
          <p:cNvSpPr txBox="1"/>
          <p:nvPr/>
        </p:nvSpPr>
        <p:spPr>
          <a:xfrm>
            <a:off x="8002666" y="4793700"/>
            <a:ext cx="2086234" cy="408821"/>
          </a:xfrm>
          <a:prstGeom prst="rect">
            <a:avLst/>
          </a:prstGeom>
        </p:spPr>
        <p:txBody>
          <a:bodyPr lIns="91456" tIns="45728" rIns="91456" bIns="45728" anchor="ctr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2000</a:t>
            </a: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29590" y="4599940"/>
            <a:ext cx="264858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La Pointe Courte</a:t>
            </a:r>
            <a:r>
              <a:rPr lang="en-US" altLang="zh-CN" sz="2400"/>
              <a:t> - Premier film de la Nouvelle Vague.</a:t>
            </a:r>
            <a:endParaRPr lang="zh-CN" altLang="en-US" sz="2400"/>
          </a:p>
        </p:txBody>
      </p:sp>
      <p:sp>
        <p:nvSpPr>
          <p:cNvPr id="12" name="文本框 11"/>
          <p:cNvSpPr txBox="1"/>
          <p:nvPr/>
        </p:nvSpPr>
        <p:spPr>
          <a:xfrm>
            <a:off x="864235" y="2430145"/>
            <a:ext cx="323405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Cl</a:t>
            </a:r>
            <a:r>
              <a:rPr lang="en-US" altLang="en-US" sz="2400" b="1"/>
              <a:t>é</a:t>
            </a:r>
            <a:r>
              <a:rPr lang="en-US" altLang="zh-CN" sz="2400" b="1"/>
              <a:t>o de 5 à 7</a:t>
            </a:r>
            <a:r>
              <a:rPr lang="en-US" altLang="zh-CN" sz="2400"/>
              <a:t> - Chef-d’</a:t>
            </a:r>
            <a:r>
              <a:rPr lang="" altLang="en-US" sz="2400"/>
              <a:t>œ</a:t>
            </a:r>
            <a:r>
              <a:rPr lang="en-US" altLang="zh-CN" sz="2400"/>
              <a:t>uvre sur le temps r</a:t>
            </a:r>
            <a:r>
              <a:rPr lang="en-US" altLang="en-US" sz="2400"/>
              <a:t>é</a:t>
            </a:r>
            <a:r>
              <a:rPr lang="en-US" altLang="zh-CN" sz="2400"/>
              <a:t>el et la peur de la maladie.</a:t>
            </a:r>
            <a:endParaRPr lang="en-US" altLang="zh-CN" sz="2400"/>
          </a:p>
        </p:txBody>
      </p:sp>
      <p:sp>
        <p:nvSpPr>
          <p:cNvPr id="13" name="文本框 12"/>
          <p:cNvSpPr txBox="1"/>
          <p:nvPr/>
        </p:nvSpPr>
        <p:spPr>
          <a:xfrm>
            <a:off x="5945505" y="1758315"/>
            <a:ext cx="345821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S</a:t>
            </a:r>
            <a:r>
              <a:rPr lang="en-US" altLang="zh-CN" sz="2400" b="1"/>
              <a:t>ans toit ni loi </a:t>
            </a:r>
            <a:r>
              <a:rPr lang="en-US" altLang="zh-CN" sz="2400"/>
              <a:t>- </a:t>
            </a:r>
            <a:r>
              <a:rPr lang="en-US" altLang="zh-CN" sz="2400" u="sng"/>
              <a:t>Lion d’or à Venise. </a:t>
            </a:r>
            <a:r>
              <a:rPr lang="en-US" altLang="zh-CN" sz="2400"/>
              <a:t>(Portrait d'une marginale).</a:t>
            </a:r>
            <a:endParaRPr lang="en-US" altLang="zh-CN" sz="2400"/>
          </a:p>
        </p:txBody>
      </p:sp>
      <p:sp>
        <p:nvSpPr>
          <p:cNvPr id="14" name="文本框 13"/>
          <p:cNvSpPr txBox="1"/>
          <p:nvPr/>
        </p:nvSpPr>
        <p:spPr>
          <a:xfrm>
            <a:off x="7545705" y="5258435"/>
            <a:ext cx="457390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Les Glaneurs et la glaneuse </a:t>
            </a:r>
            <a:r>
              <a:rPr lang="en-US" altLang="zh-CN" sz="2400"/>
              <a:t>- Documentaire sur les oubli</a:t>
            </a:r>
            <a:r>
              <a:rPr lang="en-US" altLang="en-US" sz="2400"/>
              <a:t>é</a:t>
            </a:r>
            <a:r>
              <a:rPr lang="en-US" altLang="zh-CN" sz="2400"/>
              <a:t>s de la soci</a:t>
            </a:r>
            <a:r>
              <a:rPr lang="en-US" altLang="en-US" sz="2400"/>
              <a:t>é</a:t>
            </a:r>
            <a:r>
              <a:rPr lang="en-US" altLang="zh-CN" sz="2400"/>
              <a:t>t</a:t>
            </a:r>
            <a:r>
              <a:rPr lang="en-US" altLang="en-US" sz="2400"/>
              <a:t>é.</a:t>
            </a:r>
            <a:endParaRPr lang="en-US" altLang="zh-CN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0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3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0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500"/>
                            </p:stCondLst>
                            <p:childTnLst>
                              <p:par>
                                <p:cTn id="5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0"/>
                            </p:stCondLst>
                            <p:childTnLst>
                              <p:par>
                                <p:cTn id="6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5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0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6500"/>
                            </p:stCondLst>
                            <p:childTnLst>
                              <p:par>
                                <p:cTn id="8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7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27" presetClass="emph" presetSubtype="0" fill="remove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5" dur="250" autoRev="1" fill="remove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96" dur="250" autoRev="1" fill="remove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250" autoRev="1" fill="remove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250" autoRev="1" fill="remove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700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7500"/>
                            </p:stCondLst>
                            <p:childTnLst>
                              <p:par>
                                <p:cTn id="104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8000"/>
                            </p:stCondLst>
                            <p:childTnLst>
                              <p:par>
                                <p:cTn id="108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8500"/>
                            </p:stCondLst>
                            <p:childTnLst>
                              <p:par>
                                <p:cTn id="112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bldLvl="0" animBg="1"/>
      <p:bldP spid="43" grpId="0" build="p"/>
      <p:bldP spid="49" grpId="0" build="p"/>
      <p:bldP spid="50" grpId="0" bldLvl="0" animBg="1"/>
      <p:bldP spid="51" grpId="0" bldLvl="0" animBg="1"/>
      <p:bldP spid="52" grpId="0" bldLvl="0" animBg="1"/>
      <p:bldP spid="53" grpId="0" bldLvl="0" animBg="1"/>
      <p:bldP spid="54" grpId="0" bldLvl="0" animBg="1"/>
      <p:bldP spid="55" grpId="0" bldLvl="0" animBg="1"/>
      <p:bldP spid="56" grpId="0" bldLvl="0" animBg="1"/>
      <p:bldP spid="57" grpId="0" bldLvl="0" animBg="1"/>
      <p:bldP spid="58" grpId="0" bldLvl="0" animBg="1"/>
      <p:bldP spid="59" grpId="0" bldLvl="0" animBg="1"/>
      <p:bldP spid="60" grpId="0" bldLvl="0" animBg="1"/>
      <p:bldP spid="61" grpId="0" bldLvl="0" animBg="1"/>
      <p:bldP spid="68" grpId="0"/>
      <p:bldP spid="69" grpId="0"/>
      <p:bldP spid="70" grpId="0"/>
      <p:bldP spid="71" grpId="0"/>
      <p:bldP spid="72" grpId="0" bldLvl="0" animBg="1"/>
      <p:bldP spid="72" grpId="1" bldLvl="0" animBg="1"/>
      <p:bldP spid="73" grpId="0" bldLvl="0" animBg="1"/>
      <p:bldP spid="8" grpId="0" build="p"/>
      <p:bldP spid="9" grpId="0" build="p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187" y="204076"/>
            <a:ext cx="1831974" cy="482518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012305" y="686435"/>
            <a:ext cx="50977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600"/>
              <a:t>Focus sur les </a:t>
            </a:r>
            <a:r>
              <a:rPr lang="" altLang="en-US" sz="3600"/>
              <a:t>œ</a:t>
            </a:r>
            <a:r>
              <a:rPr lang="en-US" altLang="zh-CN" sz="3600"/>
              <a:t>uvres</a:t>
            </a:r>
            <a:endParaRPr lang="en-US" altLang="zh-CN" sz="3600"/>
          </a:p>
        </p:txBody>
      </p:sp>
      <p:pic>
        <p:nvPicPr>
          <p:cNvPr id="3" name="图片 2" descr="58bde353b00ea6b3ff01ee384bc2227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505" y="1219835"/>
            <a:ext cx="2757170" cy="3803015"/>
          </a:xfrm>
          <a:prstGeom prst="rect">
            <a:avLst/>
          </a:prstGeom>
        </p:spPr>
      </p:pic>
      <p:pic>
        <p:nvPicPr>
          <p:cNvPr id="4" name="图片 3" descr="b4c7dd5957c23784f85e610f19f3be3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105" y="1219835"/>
            <a:ext cx="2757805" cy="3825240"/>
          </a:xfrm>
          <a:prstGeom prst="rect">
            <a:avLst/>
          </a:prstGeom>
        </p:spPr>
      </p:pic>
      <p:pic>
        <p:nvPicPr>
          <p:cNvPr id="5" name="图片 4" descr="34db33c6a7c392b934014b35384eaa8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6305" y="1296035"/>
            <a:ext cx="2857500" cy="362140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56235" y="5182235"/>
            <a:ext cx="40652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Cl</a:t>
            </a:r>
            <a:r>
              <a:rPr lang="en-US" altLang="en-US" sz="2400" b="1"/>
              <a:t>é</a:t>
            </a:r>
            <a:r>
              <a:rPr lang="en-US" altLang="zh-CN" sz="2400" b="1"/>
              <a:t>o de 5 à 7 (1962)</a:t>
            </a:r>
            <a:r>
              <a:rPr lang="en-US" altLang="zh-CN" sz="2400"/>
              <a:t> Fiction po</a:t>
            </a:r>
            <a:r>
              <a:rPr lang="en-US" altLang="en-US" sz="2400"/>
              <a:t>é</a:t>
            </a:r>
            <a:r>
              <a:rPr lang="en-US" altLang="zh-CN" sz="2400"/>
              <a:t>tique et r</a:t>
            </a:r>
            <a:r>
              <a:rPr lang="en-US" altLang="en-US" sz="2400"/>
              <a:t>é</a:t>
            </a:r>
            <a:r>
              <a:rPr lang="en-US" altLang="zh-CN" sz="2400"/>
              <a:t>flexion sur le temps.</a:t>
            </a:r>
            <a:endParaRPr lang="zh-CN" altLang="en-US" sz="2400"/>
          </a:p>
        </p:txBody>
      </p:sp>
      <p:sp>
        <p:nvSpPr>
          <p:cNvPr id="7" name="文本框 6"/>
          <p:cNvSpPr txBox="1"/>
          <p:nvPr/>
        </p:nvSpPr>
        <p:spPr>
          <a:xfrm>
            <a:off x="4192905" y="5106035"/>
            <a:ext cx="40652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 </a:t>
            </a:r>
            <a:r>
              <a:rPr lang="en-US" altLang="zh-CN" sz="2400" b="1"/>
              <a:t>Sans toit ni loi (1985) </a:t>
            </a:r>
            <a:r>
              <a:rPr lang="en-US" altLang="zh-CN" sz="2400"/>
              <a:t>Un regard cru sur la marginalit</a:t>
            </a:r>
            <a:r>
              <a:rPr lang="en-US" altLang="en-US" sz="2400"/>
              <a:t>é </a:t>
            </a:r>
            <a:r>
              <a:rPr lang="en-US" altLang="zh-CN" sz="2400"/>
              <a:t>et la libert</a:t>
            </a:r>
            <a:r>
              <a:rPr lang="en-US" altLang="en-US" sz="2400"/>
              <a:t>é.</a:t>
            </a:r>
            <a:endParaRPr lang="en-US" altLang="en-US" sz="2400"/>
          </a:p>
        </p:txBody>
      </p:sp>
      <p:sp>
        <p:nvSpPr>
          <p:cNvPr id="8" name="文本框 7"/>
          <p:cNvSpPr txBox="1"/>
          <p:nvPr/>
        </p:nvSpPr>
        <p:spPr>
          <a:xfrm>
            <a:off x="8258175" y="5022850"/>
            <a:ext cx="39624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Visages, villages (2017)</a:t>
            </a:r>
            <a:r>
              <a:rPr lang="en-US" altLang="zh-CN" sz="2400"/>
              <a:t> Documentaire co-r</a:t>
            </a:r>
            <a:r>
              <a:rPr lang="en-US" altLang="en-US" sz="2400"/>
              <a:t>é</a:t>
            </a:r>
            <a:r>
              <a:rPr lang="en-US" altLang="zh-CN" sz="2400"/>
              <a:t>alis</a:t>
            </a:r>
            <a:r>
              <a:rPr lang="en-US" altLang="en-US" sz="2400"/>
              <a:t>é </a:t>
            </a:r>
            <a:r>
              <a:rPr lang="en-US" altLang="zh-CN" sz="2400"/>
              <a:t>avec JR, nomin</a:t>
            </a:r>
            <a:r>
              <a:rPr lang="en-US" altLang="en-US" sz="2400"/>
              <a:t>é </a:t>
            </a:r>
            <a:r>
              <a:rPr lang="en-US" altLang="zh-CN" sz="2400"/>
              <a:t>aux </a:t>
            </a:r>
            <a:r>
              <a:rPr lang="en-US" altLang="zh-CN" sz="2400" u="sng"/>
              <a:t>Oscars</a:t>
            </a:r>
            <a:r>
              <a:rPr lang="en-US" altLang="zh-CN" sz="2400"/>
              <a:t>.</a:t>
            </a:r>
            <a:endParaRPr lang="en-US" altLang="zh-CN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 r="-86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>
            <a:grpSpLocks noChangeAspect="1"/>
          </p:cNvGrpSpPr>
          <p:nvPr/>
        </p:nvGrpSpPr>
        <p:grpSpPr>
          <a:xfrm>
            <a:off x="4069319" y="1080564"/>
            <a:ext cx="2047318" cy="4320000"/>
            <a:chOff x="3831824" y="1247328"/>
            <a:chExt cx="1704423" cy="3596467"/>
          </a:xfrm>
        </p:grpSpPr>
        <p:sp>
          <p:nvSpPr>
            <p:cNvPr id="6" name="AutoShape 5"/>
            <p:cNvSpPr>
              <a:spLocks noChangeAspect="1" noChangeArrowheads="1" noTextEdit="1"/>
            </p:cNvSpPr>
            <p:nvPr/>
          </p:nvSpPr>
          <p:spPr bwMode="auto">
            <a:xfrm>
              <a:off x="4192587" y="1247328"/>
              <a:ext cx="1343660" cy="35964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accent6"/>
                </a:solidFill>
                <a:latin typeface="+mn-ea"/>
                <a:ea typeface="+mn-ea"/>
              </a:endParaRP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3831824" y="1763084"/>
              <a:ext cx="1570229" cy="2971800"/>
              <a:chOff x="6141728" y="1612725"/>
              <a:chExt cx="1570229" cy="2971800"/>
            </a:xfrm>
          </p:grpSpPr>
          <p:sp>
            <p:nvSpPr>
              <p:cNvPr id="12" name="TextBox 11"/>
              <p:cNvSpPr txBox="1"/>
              <p:nvPr/>
            </p:nvSpPr>
            <p:spPr>
              <a:xfrm>
                <a:off x="6883957" y="1612725"/>
                <a:ext cx="828000" cy="2880000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48000">
                    <a:srgbClr val="F8C5BD"/>
                  </a:gs>
                  <a:gs pos="63000">
                    <a:srgbClr val="F8C5BD"/>
                  </a:gs>
                  <a:gs pos="79000">
                    <a:srgbClr val="F8C5BD"/>
                  </a:gs>
                </a:gsLst>
                <a:lin ang="16200000" scaled="0"/>
              </a:gradFill>
              <a:ln>
                <a:noFill/>
              </a:ln>
            </p:spPr>
            <p:txBody>
              <a:bodyPr vert="eaVert" wrap="square" rIns="90000" rtlCol="0">
                <a:noAutofit/>
              </a:bodyPr>
              <a:lstStyle/>
              <a:p>
                <a:pPr algn="ctr"/>
                <a:endParaRPr lang="zh-CN" altLang="en-US" sz="4800" spc="600" dirty="0">
                  <a:ln w="28575">
                    <a:noFill/>
                  </a:ln>
                  <a:solidFill>
                    <a:schemeClr val="bg1"/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</a:endParaRP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6141728" y="2676525"/>
                <a:ext cx="288000" cy="1908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lIns="72000" tIns="108000" rIns="72000" rtlCol="0" anchor="b" anchorCtr="0"/>
              <a:lstStyle/>
              <a:p>
                <a:pPr algn="r"/>
                <a:r>
                  <a:rPr lang="en-US" altLang="zh-CN" sz="2800" spc="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</a:rPr>
                  <a:t>PART03</a:t>
                </a:r>
                <a:endParaRPr lang="en-US" altLang="zh-CN" sz="2800" spc="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endParaRPr>
              </a:p>
            </p:txBody>
          </p:sp>
        </p:grpSp>
      </p:grp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9" r="4758"/>
          <a:stretch>
            <a:fillRect/>
          </a:stretch>
        </p:blipFill>
        <p:spPr>
          <a:xfrm>
            <a:off x="6413655" y="1700079"/>
            <a:ext cx="3951132" cy="1383346"/>
          </a:xfrm>
          <a:prstGeom prst="rect">
            <a:avLst/>
          </a:prstGeom>
          <a:effectLst/>
        </p:spPr>
      </p:pic>
      <p:sp>
        <p:nvSpPr>
          <p:cNvPr id="3" name="文本框 2"/>
          <p:cNvSpPr txBox="1"/>
          <p:nvPr/>
        </p:nvSpPr>
        <p:spPr>
          <a:xfrm>
            <a:off x="5955665" y="3353435"/>
            <a:ext cx="604837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800"/>
              <a:t>R</a:t>
            </a:r>
            <a:r>
              <a:rPr lang="en-US" altLang="en-US" sz="4800"/>
              <a:t>é</a:t>
            </a:r>
            <a:r>
              <a:rPr lang="en-US" altLang="zh-CN" sz="4800"/>
              <a:t>compenses </a:t>
            </a:r>
            <a:endParaRPr lang="en-US" altLang="zh-CN" sz="4800"/>
          </a:p>
          <a:p>
            <a:r>
              <a:rPr lang="en-US" altLang="zh-CN" sz="4800"/>
              <a:t>&amp; Distinctions</a:t>
            </a:r>
            <a:endParaRPr lang="en-US" altLang="zh-CN" sz="4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/>
          <p:cNvGrpSpPr/>
          <p:nvPr>
            <p:custDataLst>
              <p:tags r:id="rId1"/>
            </p:custDataLst>
          </p:nvPr>
        </p:nvGrpSpPr>
        <p:grpSpPr>
          <a:xfrm>
            <a:off x="815975" y="2035175"/>
            <a:ext cx="2234565" cy="4223385"/>
            <a:chOff x="778084" y="1038958"/>
            <a:chExt cx="1850186" cy="2900945"/>
          </a:xfrm>
        </p:grpSpPr>
        <p:sp>
          <p:nvSpPr>
            <p:cNvPr id="23" name="圆角矩形 22"/>
            <p:cNvSpPr/>
            <p:nvPr>
              <p:custDataLst>
                <p:tags r:id="rId2"/>
              </p:custDataLst>
            </p:nvPr>
          </p:nvSpPr>
          <p:spPr>
            <a:xfrm>
              <a:off x="887052" y="1038958"/>
              <a:ext cx="1632254" cy="1502650"/>
            </a:xfrm>
            <a:prstGeom prst="roundRect">
              <a:avLst>
                <a:gd name="adj" fmla="val 9350"/>
              </a:avLst>
            </a:prstGeom>
            <a:solidFill>
              <a:srgbClr val="F8C5BD"/>
            </a:solidFill>
            <a:ln>
              <a:solidFill>
                <a:schemeClr val="bg1"/>
              </a:solidFill>
            </a:ln>
            <a:effectLst>
              <a:outerShdw blurRad="1270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42" tIns="60971" rIns="121942" bIns="60971" rtlCol="0" anchor="ctr"/>
            <a:lstStyle/>
            <a:p>
              <a:pPr algn="ctr"/>
              <a:endParaRPr lang="zh-HK" altLang="en-US" sz="2400">
                <a:cs typeface="+mn-ea"/>
                <a:sym typeface="+mn-lt"/>
              </a:endParaRPr>
            </a:p>
          </p:txBody>
        </p:sp>
        <p:sp>
          <p:nvSpPr>
            <p:cNvPr id="24" name="任意多边形 23"/>
            <p:cNvSpPr/>
            <p:nvPr>
              <p:custDataLst>
                <p:tags r:id="rId3"/>
              </p:custDataLst>
            </p:nvPr>
          </p:nvSpPr>
          <p:spPr>
            <a:xfrm>
              <a:off x="778084" y="1947913"/>
              <a:ext cx="1850186" cy="1991990"/>
            </a:xfrm>
            <a:custGeom>
              <a:avLst/>
              <a:gdLst>
                <a:gd name="connsiteX0" fmla="*/ 1 w 2466914"/>
                <a:gd name="connsiteY0" fmla="*/ 0 h 3944375"/>
                <a:gd name="connsiteX1" fmla="*/ 2466914 w 2466914"/>
                <a:gd name="connsiteY1" fmla="*/ 0 h 3944375"/>
                <a:gd name="connsiteX2" fmla="*/ 2466914 w 2466914"/>
                <a:gd name="connsiteY2" fmla="*/ 3515745 h 3944375"/>
                <a:gd name="connsiteX3" fmla="*/ 2466913 w 2466914"/>
                <a:gd name="connsiteY3" fmla="*/ 3515745 h 3944375"/>
                <a:gd name="connsiteX4" fmla="*/ 2466913 w 2466914"/>
                <a:gd name="connsiteY4" fmla="*/ 3757044 h 3944375"/>
                <a:gd name="connsiteX5" fmla="*/ 2279582 w 2466914"/>
                <a:gd name="connsiteY5" fmla="*/ 3944375 h 3944375"/>
                <a:gd name="connsiteX6" fmla="*/ 187331 w 2466914"/>
                <a:gd name="connsiteY6" fmla="*/ 3944375 h 3944375"/>
                <a:gd name="connsiteX7" fmla="*/ 0 w 2466914"/>
                <a:gd name="connsiteY7" fmla="*/ 3757044 h 3944375"/>
                <a:gd name="connsiteX8" fmla="*/ 0 w 2466914"/>
                <a:gd name="connsiteY8" fmla="*/ 2128171 h 3944375"/>
                <a:gd name="connsiteX9" fmla="*/ 1 w 2466914"/>
                <a:gd name="connsiteY9" fmla="*/ 2128161 h 3944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66914" h="3944375">
                  <a:moveTo>
                    <a:pt x="1" y="0"/>
                  </a:moveTo>
                  <a:lnTo>
                    <a:pt x="2466914" y="0"/>
                  </a:lnTo>
                  <a:lnTo>
                    <a:pt x="2466914" y="3515745"/>
                  </a:lnTo>
                  <a:lnTo>
                    <a:pt x="2466913" y="3515745"/>
                  </a:lnTo>
                  <a:lnTo>
                    <a:pt x="2466913" y="3757044"/>
                  </a:lnTo>
                  <a:cubicBezTo>
                    <a:pt x="2466913" y="3860504"/>
                    <a:pt x="2383042" y="3944375"/>
                    <a:pt x="2279582" y="3944375"/>
                  </a:cubicBezTo>
                  <a:lnTo>
                    <a:pt x="187331" y="3944375"/>
                  </a:lnTo>
                  <a:cubicBezTo>
                    <a:pt x="83871" y="3944375"/>
                    <a:pt x="0" y="3860504"/>
                    <a:pt x="0" y="3757044"/>
                  </a:cubicBezTo>
                  <a:lnTo>
                    <a:pt x="0" y="2128171"/>
                  </a:lnTo>
                  <a:lnTo>
                    <a:pt x="1" y="2128161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25400">
              <a:noFill/>
            </a:ln>
            <a:effectLst>
              <a:outerShdw blurRad="1270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42" tIns="60971" rIns="121942" bIns="60971" rtlCol="0" anchor="ctr"/>
            <a:lstStyle/>
            <a:p>
              <a:pPr algn="ctr"/>
              <a:endParaRPr lang="zh-HK" altLang="en-US" sz="2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5" name="椭圆 24"/>
            <p:cNvSpPr/>
            <p:nvPr>
              <p:custDataLst>
                <p:tags r:id="rId4"/>
              </p:custDataLst>
            </p:nvPr>
          </p:nvSpPr>
          <p:spPr>
            <a:xfrm>
              <a:off x="1403141" y="1647875"/>
              <a:ext cx="600075" cy="600075"/>
            </a:xfrm>
            <a:prstGeom prst="ellipse">
              <a:avLst/>
            </a:prstGeom>
            <a:solidFill>
              <a:srgbClr val="F8C5BD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42" tIns="60971" rIns="121942" bIns="60971" rtlCol="0" anchor="ctr"/>
            <a:lstStyle/>
            <a:p>
              <a:pPr algn="ctr"/>
              <a:endParaRPr lang="zh-HK" altLang="en-US" sz="2400">
                <a:cs typeface="+mn-ea"/>
                <a:sym typeface="+mn-lt"/>
              </a:endParaRPr>
            </a:p>
          </p:txBody>
        </p:sp>
        <p:sp>
          <p:nvSpPr>
            <p:cNvPr id="26" name="文本框 11"/>
            <p:cNvSpPr txBox="1"/>
            <p:nvPr>
              <p:custDataLst>
                <p:tags r:id="rId5"/>
              </p:custDataLst>
            </p:nvPr>
          </p:nvSpPr>
          <p:spPr>
            <a:xfrm>
              <a:off x="1304926" y="1222952"/>
              <a:ext cx="839367" cy="548698"/>
            </a:xfrm>
            <a:prstGeom prst="rect">
              <a:avLst/>
            </a:prstGeom>
            <a:noFill/>
          </p:spPr>
          <p:txBody>
            <a:bodyPr wrap="square" lIns="121942" tIns="60971" rIns="121942" bIns="60971" rtlCol="0">
              <a:spAutoFit/>
            </a:bodyPr>
            <a:lstStyle/>
            <a:p>
              <a:pPr algn="ctr"/>
              <a:r>
                <a:rPr lang="en-US" altLang="zh-HK" sz="4400" dirty="0">
                  <a:solidFill>
                    <a:schemeClr val="bg1"/>
                  </a:solidFill>
                  <a:ea typeface="字魂36号-正文宋楷" panose="00000500000000000000" charset="-122"/>
                  <a:cs typeface="+mn-ea"/>
                  <a:sym typeface="+mn-lt"/>
                </a:rPr>
                <a:t>01</a:t>
              </a:r>
              <a:endParaRPr lang="zh-HK" altLang="en-US" sz="4400" dirty="0">
                <a:solidFill>
                  <a:schemeClr val="bg1"/>
                </a:solidFill>
                <a:ea typeface="字魂36号-正文宋楷" panose="00000500000000000000" charset="-122"/>
                <a:cs typeface="+mn-ea"/>
                <a:sym typeface="+mn-lt"/>
              </a:endParaRPr>
            </a:p>
          </p:txBody>
        </p:sp>
      </p:grpSp>
      <p:grpSp>
        <p:nvGrpSpPr>
          <p:cNvPr id="29" name="组合 28"/>
          <p:cNvGrpSpPr/>
          <p:nvPr>
            <p:custDataLst>
              <p:tags r:id="rId6"/>
            </p:custDataLst>
          </p:nvPr>
        </p:nvGrpSpPr>
        <p:grpSpPr>
          <a:xfrm>
            <a:off x="3575050" y="2035175"/>
            <a:ext cx="2234565" cy="4224020"/>
            <a:chOff x="2690633" y="1038958"/>
            <a:chExt cx="1850186" cy="2900945"/>
          </a:xfrm>
        </p:grpSpPr>
        <p:sp>
          <p:nvSpPr>
            <p:cNvPr id="30" name="圆角矩形 29"/>
            <p:cNvSpPr/>
            <p:nvPr>
              <p:custDataLst>
                <p:tags r:id="rId7"/>
              </p:custDataLst>
            </p:nvPr>
          </p:nvSpPr>
          <p:spPr>
            <a:xfrm>
              <a:off x="2799601" y="1038958"/>
              <a:ext cx="1632254" cy="1502651"/>
            </a:xfrm>
            <a:prstGeom prst="roundRect">
              <a:avLst>
                <a:gd name="adj" fmla="val 9350"/>
              </a:avLst>
            </a:prstGeom>
            <a:solidFill>
              <a:srgbClr val="F8C5BD"/>
            </a:solidFill>
            <a:ln>
              <a:solidFill>
                <a:schemeClr val="bg1"/>
              </a:solidFill>
            </a:ln>
            <a:effectLst>
              <a:outerShdw blurRad="1270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42" tIns="60971" rIns="121942" bIns="60971" rtlCol="0" anchor="ctr"/>
            <a:lstStyle/>
            <a:p>
              <a:pPr algn="ctr"/>
              <a:endParaRPr lang="zh-HK" altLang="en-US" sz="2400">
                <a:cs typeface="+mn-ea"/>
                <a:sym typeface="+mn-lt"/>
              </a:endParaRPr>
            </a:p>
          </p:txBody>
        </p:sp>
        <p:sp>
          <p:nvSpPr>
            <p:cNvPr id="31" name="任意多边形 30"/>
            <p:cNvSpPr/>
            <p:nvPr>
              <p:custDataLst>
                <p:tags r:id="rId8"/>
              </p:custDataLst>
            </p:nvPr>
          </p:nvSpPr>
          <p:spPr>
            <a:xfrm>
              <a:off x="2690633" y="1947912"/>
              <a:ext cx="1850186" cy="1991991"/>
            </a:xfrm>
            <a:custGeom>
              <a:avLst/>
              <a:gdLst>
                <a:gd name="connsiteX0" fmla="*/ 1 w 2466914"/>
                <a:gd name="connsiteY0" fmla="*/ 0 h 3944375"/>
                <a:gd name="connsiteX1" fmla="*/ 2466914 w 2466914"/>
                <a:gd name="connsiteY1" fmla="*/ 0 h 3944375"/>
                <a:gd name="connsiteX2" fmla="*/ 2466914 w 2466914"/>
                <a:gd name="connsiteY2" fmla="*/ 3515745 h 3944375"/>
                <a:gd name="connsiteX3" fmla="*/ 2466913 w 2466914"/>
                <a:gd name="connsiteY3" fmla="*/ 3515745 h 3944375"/>
                <a:gd name="connsiteX4" fmla="*/ 2466913 w 2466914"/>
                <a:gd name="connsiteY4" fmla="*/ 3757044 h 3944375"/>
                <a:gd name="connsiteX5" fmla="*/ 2279582 w 2466914"/>
                <a:gd name="connsiteY5" fmla="*/ 3944375 h 3944375"/>
                <a:gd name="connsiteX6" fmla="*/ 187331 w 2466914"/>
                <a:gd name="connsiteY6" fmla="*/ 3944375 h 3944375"/>
                <a:gd name="connsiteX7" fmla="*/ 0 w 2466914"/>
                <a:gd name="connsiteY7" fmla="*/ 3757044 h 3944375"/>
                <a:gd name="connsiteX8" fmla="*/ 0 w 2466914"/>
                <a:gd name="connsiteY8" fmla="*/ 2128171 h 3944375"/>
                <a:gd name="connsiteX9" fmla="*/ 1 w 2466914"/>
                <a:gd name="connsiteY9" fmla="*/ 2128161 h 3944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66914" h="3944375">
                  <a:moveTo>
                    <a:pt x="1" y="0"/>
                  </a:moveTo>
                  <a:lnTo>
                    <a:pt x="2466914" y="0"/>
                  </a:lnTo>
                  <a:lnTo>
                    <a:pt x="2466914" y="3515745"/>
                  </a:lnTo>
                  <a:lnTo>
                    <a:pt x="2466913" y="3515745"/>
                  </a:lnTo>
                  <a:lnTo>
                    <a:pt x="2466913" y="3757044"/>
                  </a:lnTo>
                  <a:cubicBezTo>
                    <a:pt x="2466913" y="3860504"/>
                    <a:pt x="2383042" y="3944375"/>
                    <a:pt x="2279582" y="3944375"/>
                  </a:cubicBezTo>
                  <a:lnTo>
                    <a:pt x="187331" y="3944375"/>
                  </a:lnTo>
                  <a:cubicBezTo>
                    <a:pt x="83871" y="3944375"/>
                    <a:pt x="0" y="3860504"/>
                    <a:pt x="0" y="3757044"/>
                  </a:cubicBezTo>
                  <a:lnTo>
                    <a:pt x="0" y="2128171"/>
                  </a:lnTo>
                  <a:lnTo>
                    <a:pt x="1" y="2128161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25400">
              <a:noFill/>
            </a:ln>
            <a:effectLst>
              <a:outerShdw blurRad="1016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42" tIns="60971" rIns="121942" bIns="60971" rtlCol="0" anchor="ctr"/>
            <a:lstStyle/>
            <a:p>
              <a:pPr algn="ctr"/>
              <a:endParaRPr lang="zh-HK" altLang="en-US" sz="2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2" name="椭圆 31"/>
            <p:cNvSpPr/>
            <p:nvPr>
              <p:custDataLst>
                <p:tags r:id="rId9"/>
              </p:custDataLst>
            </p:nvPr>
          </p:nvSpPr>
          <p:spPr>
            <a:xfrm>
              <a:off x="3315689" y="1647875"/>
              <a:ext cx="600075" cy="600075"/>
            </a:xfrm>
            <a:prstGeom prst="ellipse">
              <a:avLst/>
            </a:prstGeom>
            <a:solidFill>
              <a:srgbClr val="F8C5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42" tIns="60971" rIns="121942" bIns="60971" rtlCol="0" anchor="ctr"/>
            <a:lstStyle/>
            <a:p>
              <a:pPr algn="ctr"/>
              <a:endParaRPr lang="zh-HK" altLang="en-US" sz="2400">
                <a:cs typeface="+mn-ea"/>
                <a:sym typeface="+mn-lt"/>
              </a:endParaRPr>
            </a:p>
          </p:txBody>
        </p:sp>
        <p:sp>
          <p:nvSpPr>
            <p:cNvPr id="33" name="文本框 48"/>
            <p:cNvSpPr txBox="1"/>
            <p:nvPr>
              <p:custDataLst>
                <p:tags r:id="rId10"/>
              </p:custDataLst>
            </p:nvPr>
          </p:nvSpPr>
          <p:spPr>
            <a:xfrm>
              <a:off x="3185327" y="1222952"/>
              <a:ext cx="894944" cy="548615"/>
            </a:xfrm>
            <a:prstGeom prst="rect">
              <a:avLst/>
            </a:prstGeom>
            <a:noFill/>
          </p:spPr>
          <p:txBody>
            <a:bodyPr wrap="square" lIns="121942" tIns="60971" rIns="121942" bIns="60971" rtlCol="0">
              <a:spAutoFit/>
            </a:bodyPr>
            <a:lstStyle/>
            <a:p>
              <a:pPr algn="ctr"/>
              <a:r>
                <a:rPr lang="en-US" altLang="zh-HK" sz="4400" dirty="0">
                  <a:solidFill>
                    <a:schemeClr val="bg1"/>
                  </a:solidFill>
                  <a:ea typeface="字魂36号-正文宋楷" panose="00000500000000000000" charset="-122"/>
                  <a:cs typeface="+mn-ea"/>
                  <a:sym typeface="+mn-lt"/>
                </a:rPr>
                <a:t>02</a:t>
              </a:r>
              <a:endParaRPr lang="zh-HK" altLang="en-US" sz="4400" dirty="0">
                <a:solidFill>
                  <a:schemeClr val="bg1"/>
                </a:solidFill>
                <a:ea typeface="字魂36号-正文宋楷" panose="00000500000000000000" charset="-122"/>
                <a:cs typeface="+mn-ea"/>
                <a:sym typeface="+mn-lt"/>
              </a:endParaRPr>
            </a:p>
          </p:txBody>
        </p:sp>
      </p:grpSp>
      <p:grpSp>
        <p:nvGrpSpPr>
          <p:cNvPr id="36" name="组合 35"/>
          <p:cNvGrpSpPr/>
          <p:nvPr>
            <p:custDataLst>
              <p:tags r:id="rId11"/>
            </p:custDataLst>
          </p:nvPr>
        </p:nvGrpSpPr>
        <p:grpSpPr>
          <a:xfrm>
            <a:off x="6360160" y="2035175"/>
            <a:ext cx="2234565" cy="4291330"/>
            <a:chOff x="4603182" y="1038958"/>
            <a:chExt cx="1850186" cy="2900945"/>
          </a:xfrm>
        </p:grpSpPr>
        <p:sp>
          <p:nvSpPr>
            <p:cNvPr id="37" name="圆角矩形 36"/>
            <p:cNvSpPr/>
            <p:nvPr>
              <p:custDataLst>
                <p:tags r:id="rId12"/>
              </p:custDataLst>
            </p:nvPr>
          </p:nvSpPr>
          <p:spPr>
            <a:xfrm>
              <a:off x="4712149" y="1038958"/>
              <a:ext cx="1632254" cy="1502651"/>
            </a:xfrm>
            <a:prstGeom prst="roundRect">
              <a:avLst>
                <a:gd name="adj" fmla="val 9350"/>
              </a:avLst>
            </a:prstGeom>
            <a:solidFill>
              <a:srgbClr val="F8C5BD"/>
            </a:solidFill>
            <a:ln>
              <a:solidFill>
                <a:schemeClr val="bg1"/>
              </a:solidFill>
            </a:ln>
            <a:effectLst>
              <a:outerShdw blurRad="1270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42" tIns="60971" rIns="121942" bIns="60971" rtlCol="0" anchor="ctr"/>
            <a:lstStyle/>
            <a:p>
              <a:pPr algn="ctr"/>
              <a:endParaRPr lang="zh-HK" altLang="en-US" sz="2400">
                <a:cs typeface="+mn-ea"/>
                <a:sym typeface="+mn-lt"/>
              </a:endParaRPr>
            </a:p>
          </p:txBody>
        </p:sp>
        <p:sp>
          <p:nvSpPr>
            <p:cNvPr id="38" name="任意多边形 37"/>
            <p:cNvSpPr/>
            <p:nvPr>
              <p:custDataLst>
                <p:tags r:id="rId13"/>
              </p:custDataLst>
            </p:nvPr>
          </p:nvSpPr>
          <p:spPr>
            <a:xfrm>
              <a:off x="4603182" y="1947912"/>
              <a:ext cx="1850186" cy="1991991"/>
            </a:xfrm>
            <a:custGeom>
              <a:avLst/>
              <a:gdLst>
                <a:gd name="connsiteX0" fmla="*/ 1 w 2466914"/>
                <a:gd name="connsiteY0" fmla="*/ 0 h 3944375"/>
                <a:gd name="connsiteX1" fmla="*/ 2466914 w 2466914"/>
                <a:gd name="connsiteY1" fmla="*/ 0 h 3944375"/>
                <a:gd name="connsiteX2" fmla="*/ 2466914 w 2466914"/>
                <a:gd name="connsiteY2" fmla="*/ 3515745 h 3944375"/>
                <a:gd name="connsiteX3" fmla="*/ 2466913 w 2466914"/>
                <a:gd name="connsiteY3" fmla="*/ 3515745 h 3944375"/>
                <a:gd name="connsiteX4" fmla="*/ 2466913 w 2466914"/>
                <a:gd name="connsiteY4" fmla="*/ 3757044 h 3944375"/>
                <a:gd name="connsiteX5" fmla="*/ 2279582 w 2466914"/>
                <a:gd name="connsiteY5" fmla="*/ 3944375 h 3944375"/>
                <a:gd name="connsiteX6" fmla="*/ 187331 w 2466914"/>
                <a:gd name="connsiteY6" fmla="*/ 3944375 h 3944375"/>
                <a:gd name="connsiteX7" fmla="*/ 0 w 2466914"/>
                <a:gd name="connsiteY7" fmla="*/ 3757044 h 3944375"/>
                <a:gd name="connsiteX8" fmla="*/ 0 w 2466914"/>
                <a:gd name="connsiteY8" fmla="*/ 2128171 h 3944375"/>
                <a:gd name="connsiteX9" fmla="*/ 1 w 2466914"/>
                <a:gd name="connsiteY9" fmla="*/ 2128161 h 3944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66914" h="3944375">
                  <a:moveTo>
                    <a:pt x="1" y="0"/>
                  </a:moveTo>
                  <a:lnTo>
                    <a:pt x="2466914" y="0"/>
                  </a:lnTo>
                  <a:lnTo>
                    <a:pt x="2466914" y="3515745"/>
                  </a:lnTo>
                  <a:lnTo>
                    <a:pt x="2466913" y="3515745"/>
                  </a:lnTo>
                  <a:lnTo>
                    <a:pt x="2466913" y="3757044"/>
                  </a:lnTo>
                  <a:cubicBezTo>
                    <a:pt x="2466913" y="3860504"/>
                    <a:pt x="2383042" y="3944375"/>
                    <a:pt x="2279582" y="3944375"/>
                  </a:cubicBezTo>
                  <a:lnTo>
                    <a:pt x="187331" y="3944375"/>
                  </a:lnTo>
                  <a:cubicBezTo>
                    <a:pt x="83871" y="3944375"/>
                    <a:pt x="0" y="3860504"/>
                    <a:pt x="0" y="3757044"/>
                  </a:cubicBezTo>
                  <a:lnTo>
                    <a:pt x="0" y="2128171"/>
                  </a:lnTo>
                  <a:lnTo>
                    <a:pt x="1" y="2128161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25400">
              <a:noFill/>
            </a:ln>
            <a:effectLst>
              <a:outerShdw blurRad="1016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42" tIns="60971" rIns="121942" bIns="60971" rtlCol="0" anchor="ctr"/>
            <a:lstStyle/>
            <a:p>
              <a:pPr algn="ctr"/>
              <a:endParaRPr lang="zh-HK" altLang="en-US" sz="2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9" name="椭圆 38"/>
            <p:cNvSpPr/>
            <p:nvPr>
              <p:custDataLst>
                <p:tags r:id="rId14"/>
              </p:custDataLst>
            </p:nvPr>
          </p:nvSpPr>
          <p:spPr>
            <a:xfrm>
              <a:off x="5228238" y="1647875"/>
              <a:ext cx="600075" cy="600075"/>
            </a:xfrm>
            <a:prstGeom prst="ellipse">
              <a:avLst/>
            </a:prstGeom>
            <a:solidFill>
              <a:srgbClr val="F8C5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42" tIns="60971" rIns="121942" bIns="60971" rtlCol="0" anchor="ctr"/>
            <a:lstStyle/>
            <a:p>
              <a:pPr algn="ctr"/>
              <a:endParaRPr lang="zh-HK" altLang="en-US" sz="2400">
                <a:cs typeface="+mn-ea"/>
                <a:sym typeface="+mn-lt"/>
              </a:endParaRPr>
            </a:p>
          </p:txBody>
        </p:sp>
        <p:sp>
          <p:nvSpPr>
            <p:cNvPr id="40" name="文本框 54"/>
            <p:cNvSpPr txBox="1"/>
            <p:nvPr>
              <p:custDataLst>
                <p:tags r:id="rId15"/>
              </p:custDataLst>
            </p:nvPr>
          </p:nvSpPr>
          <p:spPr>
            <a:xfrm>
              <a:off x="5044295" y="1222952"/>
              <a:ext cx="978584" cy="540010"/>
            </a:xfrm>
            <a:prstGeom prst="rect">
              <a:avLst/>
            </a:prstGeom>
            <a:noFill/>
          </p:spPr>
          <p:txBody>
            <a:bodyPr wrap="square" lIns="121942" tIns="60971" rIns="121942" bIns="60971" rtlCol="0">
              <a:spAutoFit/>
            </a:bodyPr>
            <a:lstStyle/>
            <a:p>
              <a:pPr algn="ctr"/>
              <a:r>
                <a:rPr lang="en-US" altLang="zh-HK" sz="4400" dirty="0">
                  <a:solidFill>
                    <a:schemeClr val="bg1"/>
                  </a:solidFill>
                  <a:ea typeface="字魂36号-正文宋楷" panose="00000500000000000000" charset="-122"/>
                  <a:cs typeface="+mn-ea"/>
                  <a:sym typeface="+mn-lt"/>
                </a:rPr>
                <a:t>03</a:t>
              </a:r>
              <a:endParaRPr lang="zh-HK" altLang="en-US" sz="4400" dirty="0">
                <a:solidFill>
                  <a:schemeClr val="bg1"/>
                </a:solidFill>
                <a:ea typeface="字魂36号-正文宋楷" panose="00000500000000000000" charset="-122"/>
                <a:cs typeface="+mn-ea"/>
                <a:sym typeface="+mn-lt"/>
              </a:endParaRPr>
            </a:p>
          </p:txBody>
        </p:sp>
      </p:grpSp>
      <p:grpSp>
        <p:nvGrpSpPr>
          <p:cNvPr id="43" name="组合 42"/>
          <p:cNvGrpSpPr/>
          <p:nvPr>
            <p:custDataLst>
              <p:tags r:id="rId16"/>
            </p:custDataLst>
          </p:nvPr>
        </p:nvGrpSpPr>
        <p:grpSpPr>
          <a:xfrm>
            <a:off x="9074785" y="2035175"/>
            <a:ext cx="2572385" cy="4290695"/>
            <a:chOff x="6515731" y="1038958"/>
            <a:chExt cx="1850186" cy="2900945"/>
          </a:xfrm>
        </p:grpSpPr>
        <p:sp>
          <p:nvSpPr>
            <p:cNvPr id="44" name="圆角矩形 43"/>
            <p:cNvSpPr/>
            <p:nvPr>
              <p:custDataLst>
                <p:tags r:id="rId17"/>
              </p:custDataLst>
            </p:nvPr>
          </p:nvSpPr>
          <p:spPr>
            <a:xfrm>
              <a:off x="6624698" y="1038958"/>
              <a:ext cx="1632254" cy="1502651"/>
            </a:xfrm>
            <a:prstGeom prst="roundRect">
              <a:avLst>
                <a:gd name="adj" fmla="val 9350"/>
              </a:avLst>
            </a:prstGeom>
            <a:solidFill>
              <a:srgbClr val="F8C5BD"/>
            </a:solidFill>
            <a:ln>
              <a:solidFill>
                <a:schemeClr val="bg1"/>
              </a:solidFill>
            </a:ln>
            <a:effectLst>
              <a:outerShdw blurRad="1270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42" tIns="60971" rIns="121942" bIns="60971" rtlCol="0" anchor="ctr"/>
            <a:lstStyle/>
            <a:p>
              <a:pPr algn="ctr"/>
              <a:endParaRPr lang="zh-HK" altLang="en-US" sz="2400">
                <a:cs typeface="+mn-ea"/>
                <a:sym typeface="+mn-lt"/>
              </a:endParaRPr>
            </a:p>
          </p:txBody>
        </p:sp>
        <p:sp>
          <p:nvSpPr>
            <p:cNvPr id="45" name="任意多边形 44"/>
            <p:cNvSpPr/>
            <p:nvPr>
              <p:custDataLst>
                <p:tags r:id="rId18"/>
              </p:custDataLst>
            </p:nvPr>
          </p:nvSpPr>
          <p:spPr>
            <a:xfrm>
              <a:off x="6515731" y="1947912"/>
              <a:ext cx="1850186" cy="1991991"/>
            </a:xfrm>
            <a:custGeom>
              <a:avLst/>
              <a:gdLst>
                <a:gd name="connsiteX0" fmla="*/ 1 w 2466914"/>
                <a:gd name="connsiteY0" fmla="*/ 0 h 3944375"/>
                <a:gd name="connsiteX1" fmla="*/ 2466914 w 2466914"/>
                <a:gd name="connsiteY1" fmla="*/ 0 h 3944375"/>
                <a:gd name="connsiteX2" fmla="*/ 2466914 w 2466914"/>
                <a:gd name="connsiteY2" fmla="*/ 3515745 h 3944375"/>
                <a:gd name="connsiteX3" fmla="*/ 2466913 w 2466914"/>
                <a:gd name="connsiteY3" fmla="*/ 3515745 h 3944375"/>
                <a:gd name="connsiteX4" fmla="*/ 2466913 w 2466914"/>
                <a:gd name="connsiteY4" fmla="*/ 3757044 h 3944375"/>
                <a:gd name="connsiteX5" fmla="*/ 2279582 w 2466914"/>
                <a:gd name="connsiteY5" fmla="*/ 3944375 h 3944375"/>
                <a:gd name="connsiteX6" fmla="*/ 187331 w 2466914"/>
                <a:gd name="connsiteY6" fmla="*/ 3944375 h 3944375"/>
                <a:gd name="connsiteX7" fmla="*/ 0 w 2466914"/>
                <a:gd name="connsiteY7" fmla="*/ 3757044 h 3944375"/>
                <a:gd name="connsiteX8" fmla="*/ 0 w 2466914"/>
                <a:gd name="connsiteY8" fmla="*/ 2128171 h 3944375"/>
                <a:gd name="connsiteX9" fmla="*/ 1 w 2466914"/>
                <a:gd name="connsiteY9" fmla="*/ 2128161 h 3944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66914" h="3944375">
                  <a:moveTo>
                    <a:pt x="1" y="0"/>
                  </a:moveTo>
                  <a:lnTo>
                    <a:pt x="2466914" y="0"/>
                  </a:lnTo>
                  <a:lnTo>
                    <a:pt x="2466914" y="3515745"/>
                  </a:lnTo>
                  <a:lnTo>
                    <a:pt x="2466913" y="3515745"/>
                  </a:lnTo>
                  <a:lnTo>
                    <a:pt x="2466913" y="3757044"/>
                  </a:lnTo>
                  <a:cubicBezTo>
                    <a:pt x="2466913" y="3860504"/>
                    <a:pt x="2383042" y="3944375"/>
                    <a:pt x="2279582" y="3944375"/>
                  </a:cubicBezTo>
                  <a:lnTo>
                    <a:pt x="187331" y="3944375"/>
                  </a:lnTo>
                  <a:cubicBezTo>
                    <a:pt x="83871" y="3944375"/>
                    <a:pt x="0" y="3860504"/>
                    <a:pt x="0" y="3757044"/>
                  </a:cubicBezTo>
                  <a:lnTo>
                    <a:pt x="0" y="2128171"/>
                  </a:lnTo>
                  <a:lnTo>
                    <a:pt x="1" y="2128161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25400">
              <a:noFill/>
            </a:ln>
            <a:effectLst>
              <a:outerShdw blurRad="1016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42" tIns="60971" rIns="121942" bIns="60971" rtlCol="0" anchor="ctr"/>
            <a:lstStyle/>
            <a:p>
              <a:pPr algn="ctr"/>
              <a:endParaRPr lang="zh-HK" altLang="en-US" sz="2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46" name="椭圆 45"/>
            <p:cNvSpPr/>
            <p:nvPr>
              <p:custDataLst>
                <p:tags r:id="rId19"/>
              </p:custDataLst>
            </p:nvPr>
          </p:nvSpPr>
          <p:spPr>
            <a:xfrm>
              <a:off x="7140787" y="1647875"/>
              <a:ext cx="600075" cy="600075"/>
            </a:xfrm>
            <a:prstGeom prst="ellipse">
              <a:avLst/>
            </a:prstGeom>
            <a:solidFill>
              <a:srgbClr val="F8C5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42" tIns="60971" rIns="121942" bIns="60971" rtlCol="0" anchor="ctr"/>
            <a:lstStyle/>
            <a:p>
              <a:pPr algn="ctr"/>
              <a:endParaRPr lang="zh-HK" altLang="en-US" sz="2400">
                <a:cs typeface="+mn-ea"/>
                <a:sym typeface="+mn-lt"/>
              </a:endParaRPr>
            </a:p>
          </p:txBody>
        </p:sp>
        <p:sp>
          <p:nvSpPr>
            <p:cNvPr id="47" name="文本框 60"/>
            <p:cNvSpPr txBox="1"/>
            <p:nvPr>
              <p:custDataLst>
                <p:tags r:id="rId20"/>
              </p:custDataLst>
            </p:nvPr>
          </p:nvSpPr>
          <p:spPr>
            <a:xfrm>
              <a:off x="6988992" y="1222952"/>
              <a:ext cx="876274" cy="540090"/>
            </a:xfrm>
            <a:prstGeom prst="rect">
              <a:avLst/>
            </a:prstGeom>
            <a:noFill/>
          </p:spPr>
          <p:txBody>
            <a:bodyPr wrap="square" lIns="121942" tIns="60971" rIns="121942" bIns="60971" rtlCol="0">
              <a:spAutoFit/>
            </a:bodyPr>
            <a:lstStyle/>
            <a:p>
              <a:pPr algn="ctr"/>
              <a:r>
                <a:rPr lang="en-US" altLang="zh-HK" sz="4400" dirty="0">
                  <a:solidFill>
                    <a:schemeClr val="bg1"/>
                  </a:solidFill>
                  <a:ea typeface="字魂36号-正文宋楷" panose="00000500000000000000" charset="-122"/>
                  <a:cs typeface="+mn-ea"/>
                  <a:sym typeface="+mn-lt"/>
                </a:rPr>
                <a:t>04</a:t>
              </a:r>
              <a:endParaRPr lang="zh-HK" altLang="en-US" sz="4400" dirty="0">
                <a:solidFill>
                  <a:schemeClr val="bg1"/>
                </a:solidFill>
                <a:ea typeface="字魂36号-正文宋楷" panose="00000500000000000000" charset="-122"/>
                <a:cs typeface="+mn-ea"/>
                <a:sym typeface="+mn-lt"/>
              </a:endParaRPr>
            </a:p>
          </p:txBody>
        </p:sp>
      </p:grpSp>
      <p:grpSp>
        <p:nvGrpSpPr>
          <p:cNvPr id="67" name="组合 66"/>
          <p:cNvGrpSpPr/>
          <p:nvPr userDrawn="1"/>
        </p:nvGrpSpPr>
        <p:grpSpPr>
          <a:xfrm>
            <a:off x="0" y="-635"/>
            <a:ext cx="12195175" cy="6859270"/>
            <a:chOff x="0" y="0"/>
            <a:chExt cx="19205" cy="10802"/>
          </a:xfrm>
        </p:grpSpPr>
        <p:sp>
          <p:nvSpPr>
            <p:cNvPr id="68" name="矩形 67"/>
            <p:cNvSpPr/>
            <p:nvPr userDrawn="1"/>
          </p:nvSpPr>
          <p:spPr>
            <a:xfrm flipV="1">
              <a:off x="0" y="1191"/>
              <a:ext cx="11339" cy="624"/>
            </a:xfrm>
            <a:prstGeom prst="rect">
              <a:avLst/>
            </a:prstGeom>
            <a:solidFill>
              <a:srgbClr val="F8C5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图文框 68"/>
            <p:cNvSpPr/>
            <p:nvPr userDrawn="1"/>
          </p:nvSpPr>
          <p:spPr>
            <a:xfrm>
              <a:off x="0" y="0"/>
              <a:ext cx="19205" cy="10803"/>
            </a:xfrm>
            <a:prstGeom prst="frame">
              <a:avLst>
                <a:gd name="adj1" fmla="val 1756"/>
              </a:avLst>
            </a:prstGeom>
            <a:solidFill>
              <a:srgbClr val="F8C5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0" name="等腰三角形 69"/>
            <p:cNvSpPr/>
            <p:nvPr userDrawn="1"/>
          </p:nvSpPr>
          <p:spPr>
            <a:xfrm rot="16200000">
              <a:off x="18553" y="1162"/>
              <a:ext cx="624" cy="680"/>
            </a:xfrm>
            <a:prstGeom prst="triangle">
              <a:avLst/>
            </a:prstGeom>
            <a:solidFill>
              <a:srgbClr val="F8C5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50" name="图片 49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187" y="204076"/>
            <a:ext cx="1831974" cy="482518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859905" y="457835"/>
            <a:ext cx="54584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600"/>
              <a:t>Les R</a:t>
            </a:r>
            <a:r>
              <a:rPr lang="en-US" altLang="en-US" sz="3600"/>
              <a:t>é</a:t>
            </a:r>
            <a:r>
              <a:rPr lang="en-US" altLang="zh-CN" sz="3600"/>
              <a:t>compenses Majeures</a:t>
            </a:r>
            <a:endParaRPr lang="en-US" altLang="zh-CN" sz="3600"/>
          </a:p>
        </p:txBody>
      </p:sp>
      <p:sp>
        <p:nvSpPr>
          <p:cNvPr id="4" name="文本框 3"/>
          <p:cNvSpPr txBox="1"/>
          <p:nvPr>
            <p:custDataLst>
              <p:tags r:id="rId22"/>
            </p:custDataLst>
          </p:nvPr>
        </p:nvSpPr>
        <p:spPr>
          <a:xfrm>
            <a:off x="815975" y="3865880"/>
            <a:ext cx="242379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 b="1"/>
              <a:t>1985</a:t>
            </a:r>
            <a:endParaRPr lang="en-US" altLang="zh-CN" sz="2400" b="1"/>
          </a:p>
          <a:p>
            <a:r>
              <a:rPr lang="en-US" altLang="zh-CN" sz="2400" b="1"/>
              <a:t>Lion d’or du Festival de Venise</a:t>
            </a:r>
            <a:r>
              <a:rPr lang="en-US" altLang="zh-CN" sz="2400"/>
              <a:t> pour Sans toit ni loi.</a:t>
            </a:r>
            <a:endParaRPr lang="en-US" altLang="zh-CN" sz="2400"/>
          </a:p>
        </p:txBody>
      </p:sp>
      <p:sp>
        <p:nvSpPr>
          <p:cNvPr id="5" name="文本框 4"/>
          <p:cNvSpPr txBox="1"/>
          <p:nvPr>
            <p:custDataLst>
              <p:tags r:id="rId23"/>
            </p:custDataLst>
          </p:nvPr>
        </p:nvSpPr>
        <p:spPr>
          <a:xfrm>
            <a:off x="3561715" y="3734435"/>
            <a:ext cx="239585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 b="1"/>
              <a:t>2015</a:t>
            </a:r>
            <a:endParaRPr lang="en-US" altLang="zh-CN" sz="2400" b="1"/>
          </a:p>
          <a:p>
            <a:r>
              <a:rPr lang="en-US" altLang="zh-CN" sz="2400" b="1"/>
              <a:t>Palme d’or d’honneur à Cannes </a:t>
            </a:r>
            <a:r>
              <a:rPr lang="en-US" altLang="zh-CN" sz="2400"/>
              <a:t>(pour l’ensemble de sa carri</a:t>
            </a:r>
            <a:r>
              <a:rPr lang="" altLang="en-US" sz="2400"/>
              <a:t>è</a:t>
            </a:r>
            <a:r>
              <a:rPr lang="en-US" altLang="zh-CN" sz="2400"/>
              <a:t>re).</a:t>
            </a:r>
            <a:endParaRPr lang="en-US" altLang="zh-CN" sz="2400"/>
          </a:p>
        </p:txBody>
      </p:sp>
      <p:sp>
        <p:nvSpPr>
          <p:cNvPr id="6" name="文本框 5"/>
          <p:cNvSpPr txBox="1"/>
          <p:nvPr>
            <p:custDataLst>
              <p:tags r:id="rId24"/>
            </p:custDataLst>
          </p:nvPr>
        </p:nvSpPr>
        <p:spPr>
          <a:xfrm>
            <a:off x="6313805" y="3734435"/>
            <a:ext cx="235394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 b="1"/>
              <a:t>2017</a:t>
            </a:r>
            <a:endParaRPr lang="en-US" altLang="zh-CN" sz="2400" b="1"/>
          </a:p>
          <a:p>
            <a:r>
              <a:rPr lang="en-US" altLang="zh-CN" sz="2400" b="1"/>
              <a:t>Oscar d’honneur</a:t>
            </a:r>
            <a:r>
              <a:rPr lang="en-US" altLang="zh-CN" sz="2400"/>
              <a:t> pour l’ensemble de sa carri</a:t>
            </a:r>
            <a:r>
              <a:rPr lang="" altLang="en-US" sz="2400"/>
              <a:t>è</a:t>
            </a:r>
            <a:r>
              <a:rPr lang="en-US" altLang="zh-CN" sz="2400"/>
              <a:t>re.</a:t>
            </a:r>
            <a:endParaRPr lang="en-US" altLang="zh-CN" sz="2400"/>
          </a:p>
        </p:txBody>
      </p:sp>
      <p:sp>
        <p:nvSpPr>
          <p:cNvPr id="7" name="文本框 6"/>
          <p:cNvSpPr txBox="1"/>
          <p:nvPr>
            <p:custDataLst>
              <p:tags r:id="rId25"/>
            </p:custDataLst>
          </p:nvPr>
        </p:nvSpPr>
        <p:spPr>
          <a:xfrm>
            <a:off x="9205595" y="3299460"/>
            <a:ext cx="246634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Elle est la premi</a:t>
            </a:r>
            <a:r>
              <a:rPr lang="" altLang="en-US" sz="2400"/>
              <a:t>è</a:t>
            </a:r>
            <a:r>
              <a:rPr lang="en-US" altLang="zh-CN" sz="2400"/>
              <a:t>re femme à recevoir à la fois la Palme d’or d’honneur et l’Oscar d’honneur.</a:t>
            </a:r>
            <a:endParaRPr lang="en-US" altLang="zh-CN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 r="-86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>
            <a:grpSpLocks noChangeAspect="1"/>
          </p:cNvGrpSpPr>
          <p:nvPr/>
        </p:nvGrpSpPr>
        <p:grpSpPr>
          <a:xfrm>
            <a:off x="4069319" y="1080564"/>
            <a:ext cx="2047318" cy="4320000"/>
            <a:chOff x="3831824" y="1247328"/>
            <a:chExt cx="1704423" cy="3596467"/>
          </a:xfrm>
        </p:grpSpPr>
        <p:sp>
          <p:nvSpPr>
            <p:cNvPr id="6" name="AutoShape 5"/>
            <p:cNvSpPr>
              <a:spLocks noChangeAspect="1" noChangeArrowheads="1" noTextEdit="1"/>
            </p:cNvSpPr>
            <p:nvPr/>
          </p:nvSpPr>
          <p:spPr bwMode="auto">
            <a:xfrm>
              <a:off x="4192587" y="1247328"/>
              <a:ext cx="1343660" cy="35964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accent6"/>
                </a:solidFill>
                <a:latin typeface="+mn-ea"/>
                <a:ea typeface="+mn-ea"/>
              </a:endParaRP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3831824" y="1763084"/>
              <a:ext cx="1570229" cy="2971800"/>
              <a:chOff x="6141728" y="1612725"/>
              <a:chExt cx="1570229" cy="2971800"/>
            </a:xfrm>
          </p:grpSpPr>
          <p:sp>
            <p:nvSpPr>
              <p:cNvPr id="12" name="TextBox 11"/>
              <p:cNvSpPr txBox="1"/>
              <p:nvPr/>
            </p:nvSpPr>
            <p:spPr>
              <a:xfrm>
                <a:off x="6883957" y="1612725"/>
                <a:ext cx="828000" cy="2880000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48000">
                    <a:srgbClr val="F8C5BD"/>
                  </a:gs>
                  <a:gs pos="63000">
                    <a:srgbClr val="F8C5BD"/>
                  </a:gs>
                  <a:gs pos="79000">
                    <a:srgbClr val="F8C5BD"/>
                  </a:gs>
                </a:gsLst>
                <a:lin ang="16200000" scaled="0"/>
              </a:gradFill>
              <a:ln>
                <a:noFill/>
              </a:ln>
            </p:spPr>
            <p:txBody>
              <a:bodyPr vert="eaVert" wrap="square" rIns="90000" rtlCol="0">
                <a:noAutofit/>
              </a:bodyPr>
              <a:lstStyle/>
              <a:p>
                <a:pPr algn="ctr"/>
                <a:endParaRPr lang="zh-CN" altLang="en-US" sz="4800" spc="600" dirty="0">
                  <a:ln w="28575">
                    <a:noFill/>
                  </a:ln>
                  <a:solidFill>
                    <a:schemeClr val="bg1"/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</a:endParaRP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6141728" y="2676525"/>
                <a:ext cx="288000" cy="1908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lIns="72000" tIns="108000" rIns="72000" rtlCol="0" anchor="b" anchorCtr="0"/>
              <a:lstStyle/>
              <a:p>
                <a:pPr algn="r"/>
                <a:r>
                  <a:rPr lang="en-US" altLang="zh-CN" sz="2800" spc="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</a:rPr>
                  <a:t>PART04</a:t>
                </a:r>
                <a:endParaRPr lang="en-US" altLang="zh-CN" sz="2800" spc="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endParaRPr>
              </a:p>
            </p:txBody>
          </p:sp>
        </p:grpSp>
      </p:grp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9" r="4758"/>
          <a:stretch>
            <a:fillRect/>
          </a:stretch>
        </p:blipFill>
        <p:spPr>
          <a:xfrm>
            <a:off x="6413655" y="1700079"/>
            <a:ext cx="3951132" cy="1383346"/>
          </a:xfrm>
          <a:prstGeom prst="rect">
            <a:avLst/>
          </a:prstGeom>
          <a:effectLst/>
        </p:spPr>
      </p:pic>
      <p:sp>
        <p:nvSpPr>
          <p:cNvPr id="14" name="文本框 13"/>
          <p:cNvSpPr txBox="1"/>
          <p:nvPr>
            <p:custDataLst>
              <p:tags r:id="rId3"/>
            </p:custDataLst>
          </p:nvPr>
        </p:nvSpPr>
        <p:spPr>
          <a:xfrm>
            <a:off x="6097905" y="3277235"/>
            <a:ext cx="604837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800"/>
              <a:t>Style, Citations </a:t>
            </a:r>
            <a:endParaRPr lang="en-US" altLang="zh-CN" sz="4800"/>
          </a:p>
          <a:p>
            <a:r>
              <a:rPr lang="en-US" altLang="zh-CN" sz="4800"/>
              <a:t>&amp; H</a:t>
            </a:r>
            <a:r>
              <a:rPr lang="en-US" altLang="en-US" sz="4800"/>
              <a:t>é</a:t>
            </a:r>
            <a:r>
              <a:rPr lang="en-US" altLang="zh-CN" sz="4800"/>
              <a:t>ritage</a:t>
            </a:r>
            <a:endParaRPr lang="en-US" altLang="zh-CN" sz="4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îŝḷîḓé-Freeform 7"/>
          <p:cNvSpPr/>
          <p:nvPr/>
        </p:nvSpPr>
        <p:spPr bwMode="auto">
          <a:xfrm>
            <a:off x="5259705" y="2176780"/>
            <a:ext cx="569595" cy="563880"/>
          </a:xfrm>
          <a:custGeom>
            <a:avLst/>
            <a:gdLst>
              <a:gd name="connsiteX0" fmla="*/ 242094 w 331788"/>
              <a:gd name="connsiteY0" fmla="*/ 203585 h 328613"/>
              <a:gd name="connsiteX1" fmla="*/ 214264 w 331788"/>
              <a:gd name="connsiteY1" fmla="*/ 214264 h 328613"/>
              <a:gd name="connsiteX2" fmla="*/ 214264 w 331788"/>
              <a:gd name="connsiteY2" fmla="*/ 269924 h 328613"/>
              <a:gd name="connsiteX3" fmla="*/ 269924 w 331788"/>
              <a:gd name="connsiteY3" fmla="*/ 269924 h 328613"/>
              <a:gd name="connsiteX4" fmla="*/ 269924 w 331788"/>
              <a:gd name="connsiteY4" fmla="*/ 214264 h 328613"/>
              <a:gd name="connsiteX5" fmla="*/ 242094 w 331788"/>
              <a:gd name="connsiteY5" fmla="*/ 203585 h 328613"/>
              <a:gd name="connsiteX6" fmla="*/ 85725 w 331788"/>
              <a:gd name="connsiteY6" fmla="*/ 200752 h 328613"/>
              <a:gd name="connsiteX7" fmla="*/ 136525 w 331788"/>
              <a:gd name="connsiteY7" fmla="*/ 207698 h 328613"/>
              <a:gd name="connsiteX8" fmla="*/ 132667 w 331788"/>
              <a:gd name="connsiteY8" fmla="*/ 222250 h 328613"/>
              <a:gd name="connsiteX9" fmla="*/ 38783 w 331788"/>
              <a:gd name="connsiteY9" fmla="*/ 222250 h 328613"/>
              <a:gd name="connsiteX10" fmla="*/ 34925 w 331788"/>
              <a:gd name="connsiteY10" fmla="*/ 207698 h 328613"/>
              <a:gd name="connsiteX11" fmla="*/ 85725 w 331788"/>
              <a:gd name="connsiteY11" fmla="*/ 200752 h 328613"/>
              <a:gd name="connsiteX12" fmla="*/ 86038 w 331788"/>
              <a:gd name="connsiteY12" fmla="*/ 150283 h 328613"/>
              <a:gd name="connsiteX13" fmla="*/ 136525 w 331788"/>
              <a:gd name="connsiteY13" fmla="*/ 158221 h 328613"/>
              <a:gd name="connsiteX14" fmla="*/ 132678 w 331788"/>
              <a:gd name="connsiteY14" fmla="*/ 171450 h 328613"/>
              <a:gd name="connsiteX15" fmla="*/ 39076 w 331788"/>
              <a:gd name="connsiteY15" fmla="*/ 171450 h 328613"/>
              <a:gd name="connsiteX16" fmla="*/ 36512 w 331788"/>
              <a:gd name="connsiteY16" fmla="*/ 158221 h 328613"/>
              <a:gd name="connsiteX17" fmla="*/ 86038 w 331788"/>
              <a:gd name="connsiteY17" fmla="*/ 150283 h 328613"/>
              <a:gd name="connsiteX18" fmla="*/ 243681 w 331788"/>
              <a:gd name="connsiteY18" fmla="*/ 148724 h 328613"/>
              <a:gd name="connsiteX19" fmla="*/ 295275 w 331788"/>
              <a:gd name="connsiteY19" fmla="*/ 156745 h 328613"/>
              <a:gd name="connsiteX20" fmla="*/ 292663 w 331788"/>
              <a:gd name="connsiteY20" fmla="*/ 171450 h 328613"/>
              <a:gd name="connsiteX21" fmla="*/ 197312 w 331788"/>
              <a:gd name="connsiteY21" fmla="*/ 171450 h 328613"/>
              <a:gd name="connsiteX22" fmla="*/ 192087 w 331788"/>
              <a:gd name="connsiteY22" fmla="*/ 156745 h 328613"/>
              <a:gd name="connsiteX23" fmla="*/ 243681 w 331788"/>
              <a:gd name="connsiteY23" fmla="*/ 148724 h 328613"/>
              <a:gd name="connsiteX24" fmla="*/ 86038 w 331788"/>
              <a:gd name="connsiteY24" fmla="*/ 99483 h 328613"/>
              <a:gd name="connsiteX25" fmla="*/ 136525 w 331788"/>
              <a:gd name="connsiteY25" fmla="*/ 107421 h 328613"/>
              <a:gd name="connsiteX26" fmla="*/ 132678 w 331788"/>
              <a:gd name="connsiteY26" fmla="*/ 120650 h 328613"/>
              <a:gd name="connsiteX27" fmla="*/ 39076 w 331788"/>
              <a:gd name="connsiteY27" fmla="*/ 120650 h 328613"/>
              <a:gd name="connsiteX28" fmla="*/ 36512 w 331788"/>
              <a:gd name="connsiteY28" fmla="*/ 107421 h 328613"/>
              <a:gd name="connsiteX29" fmla="*/ 86038 w 331788"/>
              <a:gd name="connsiteY29" fmla="*/ 99483 h 328613"/>
              <a:gd name="connsiteX30" fmla="*/ 243681 w 331788"/>
              <a:gd name="connsiteY30" fmla="*/ 99152 h 328613"/>
              <a:gd name="connsiteX31" fmla="*/ 295275 w 331788"/>
              <a:gd name="connsiteY31" fmla="*/ 106098 h 328613"/>
              <a:gd name="connsiteX32" fmla="*/ 292663 w 331788"/>
              <a:gd name="connsiteY32" fmla="*/ 120650 h 328613"/>
              <a:gd name="connsiteX33" fmla="*/ 196006 w 331788"/>
              <a:gd name="connsiteY33" fmla="*/ 120650 h 328613"/>
              <a:gd name="connsiteX34" fmla="*/ 192087 w 331788"/>
              <a:gd name="connsiteY34" fmla="*/ 106098 h 328613"/>
              <a:gd name="connsiteX35" fmla="*/ 243681 w 331788"/>
              <a:gd name="connsiteY35" fmla="*/ 99152 h 328613"/>
              <a:gd name="connsiteX36" fmla="*/ 243681 w 331788"/>
              <a:gd name="connsiteY36" fmla="*/ 48711 h 328613"/>
              <a:gd name="connsiteX37" fmla="*/ 295275 w 331788"/>
              <a:gd name="connsiteY37" fmla="*/ 56732 h 328613"/>
              <a:gd name="connsiteX38" fmla="*/ 292663 w 331788"/>
              <a:gd name="connsiteY38" fmla="*/ 71437 h 328613"/>
              <a:gd name="connsiteX39" fmla="*/ 197312 w 331788"/>
              <a:gd name="connsiteY39" fmla="*/ 71437 h 328613"/>
              <a:gd name="connsiteX40" fmla="*/ 192087 w 331788"/>
              <a:gd name="connsiteY40" fmla="*/ 56732 h 328613"/>
              <a:gd name="connsiteX41" fmla="*/ 243681 w 331788"/>
              <a:gd name="connsiteY41" fmla="*/ 48711 h 328613"/>
              <a:gd name="connsiteX42" fmla="*/ 85725 w 331788"/>
              <a:gd name="connsiteY42" fmla="*/ 48683 h 328613"/>
              <a:gd name="connsiteX43" fmla="*/ 136525 w 331788"/>
              <a:gd name="connsiteY43" fmla="*/ 56621 h 328613"/>
              <a:gd name="connsiteX44" fmla="*/ 132667 w 331788"/>
              <a:gd name="connsiteY44" fmla="*/ 69850 h 328613"/>
              <a:gd name="connsiteX45" fmla="*/ 38783 w 331788"/>
              <a:gd name="connsiteY45" fmla="*/ 69850 h 328613"/>
              <a:gd name="connsiteX46" fmla="*/ 34925 w 331788"/>
              <a:gd name="connsiteY46" fmla="*/ 56621 h 328613"/>
              <a:gd name="connsiteX47" fmla="*/ 85725 w 331788"/>
              <a:gd name="connsiteY47" fmla="*/ 48683 h 328613"/>
              <a:gd name="connsiteX48" fmla="*/ 245779 w 331788"/>
              <a:gd name="connsiteY48" fmla="*/ 12700 h 328613"/>
              <a:gd name="connsiteX49" fmla="*/ 171450 w 331788"/>
              <a:gd name="connsiteY49" fmla="*/ 28215 h 328613"/>
              <a:gd name="connsiteX50" fmla="*/ 171450 w 331788"/>
              <a:gd name="connsiteY50" fmla="*/ 263525 h 328613"/>
              <a:gd name="connsiteX51" fmla="*/ 192314 w 331788"/>
              <a:gd name="connsiteY51" fmla="*/ 257061 h 328613"/>
              <a:gd name="connsiteX52" fmla="*/ 205355 w 331788"/>
              <a:gd name="connsiteY52" fmla="*/ 205344 h 328613"/>
              <a:gd name="connsiteX53" fmla="*/ 279684 w 331788"/>
              <a:gd name="connsiteY53" fmla="*/ 205344 h 328613"/>
              <a:gd name="connsiteX54" fmla="*/ 294028 w 331788"/>
              <a:gd name="connsiteY54" fmla="*/ 257061 h 328613"/>
              <a:gd name="connsiteX55" fmla="*/ 317500 w 331788"/>
              <a:gd name="connsiteY55" fmla="*/ 263525 h 328613"/>
              <a:gd name="connsiteX56" fmla="*/ 317500 w 331788"/>
              <a:gd name="connsiteY56" fmla="*/ 28215 h 328613"/>
              <a:gd name="connsiteX57" fmla="*/ 245779 w 331788"/>
              <a:gd name="connsiteY57" fmla="*/ 12700 h 328613"/>
              <a:gd name="connsiteX58" fmla="*/ 84931 w 331788"/>
              <a:gd name="connsiteY58" fmla="*/ 12700 h 328613"/>
              <a:gd name="connsiteX59" fmla="*/ 12700 w 331788"/>
              <a:gd name="connsiteY59" fmla="*/ 28215 h 328613"/>
              <a:gd name="connsiteX60" fmla="*/ 12700 w 331788"/>
              <a:gd name="connsiteY60" fmla="*/ 263525 h 328613"/>
              <a:gd name="connsiteX61" fmla="*/ 84931 w 331788"/>
              <a:gd name="connsiteY61" fmla="*/ 249303 h 328613"/>
              <a:gd name="connsiteX62" fmla="*/ 157163 w 331788"/>
              <a:gd name="connsiteY62" fmla="*/ 263525 h 328613"/>
              <a:gd name="connsiteX63" fmla="*/ 157163 w 331788"/>
              <a:gd name="connsiteY63" fmla="*/ 28215 h 328613"/>
              <a:gd name="connsiteX64" fmla="*/ 84931 w 331788"/>
              <a:gd name="connsiteY64" fmla="*/ 12700 h 328613"/>
              <a:gd name="connsiteX65" fmla="*/ 86835 w 331788"/>
              <a:gd name="connsiteY65" fmla="*/ 0 h 328613"/>
              <a:gd name="connsiteX66" fmla="*/ 165894 w 331788"/>
              <a:gd name="connsiteY66" fmla="*/ 15525 h 328613"/>
              <a:gd name="connsiteX67" fmla="*/ 244953 w 331788"/>
              <a:gd name="connsiteY67" fmla="*/ 0 h 328613"/>
              <a:gd name="connsiteX68" fmla="*/ 326604 w 331788"/>
              <a:gd name="connsiteY68" fmla="*/ 16819 h 328613"/>
              <a:gd name="connsiteX69" fmla="*/ 331788 w 331788"/>
              <a:gd name="connsiteY69" fmla="*/ 23288 h 328613"/>
              <a:gd name="connsiteX70" fmla="*/ 331788 w 331788"/>
              <a:gd name="connsiteY70" fmla="*/ 274276 h 328613"/>
              <a:gd name="connsiteX71" fmla="*/ 322716 w 331788"/>
              <a:gd name="connsiteY71" fmla="*/ 280744 h 328613"/>
              <a:gd name="connsiteX72" fmla="*/ 289019 w 331788"/>
              <a:gd name="connsiteY72" fmla="*/ 269101 h 328613"/>
              <a:gd name="connsiteX73" fmla="*/ 285130 w 331788"/>
              <a:gd name="connsiteY73" fmla="*/ 274276 h 328613"/>
              <a:gd name="connsiteX74" fmla="*/ 329196 w 331788"/>
              <a:gd name="connsiteY74" fmla="*/ 318263 h 328613"/>
              <a:gd name="connsiteX75" fmla="*/ 318828 w 331788"/>
              <a:gd name="connsiteY75" fmla="*/ 328613 h 328613"/>
              <a:gd name="connsiteX76" fmla="*/ 274762 w 331788"/>
              <a:gd name="connsiteY76" fmla="*/ 284626 h 328613"/>
              <a:gd name="connsiteX77" fmla="*/ 206072 w 331788"/>
              <a:gd name="connsiteY77" fmla="*/ 279451 h 328613"/>
              <a:gd name="connsiteX78" fmla="*/ 198295 w 331788"/>
              <a:gd name="connsiteY78" fmla="*/ 270394 h 328613"/>
              <a:gd name="connsiteX79" fmla="*/ 167190 w 331788"/>
              <a:gd name="connsiteY79" fmla="*/ 280744 h 328613"/>
              <a:gd name="connsiteX80" fmla="*/ 163302 w 331788"/>
              <a:gd name="connsiteY80" fmla="*/ 280744 h 328613"/>
              <a:gd name="connsiteX81" fmla="*/ 85539 w 331788"/>
              <a:gd name="connsiteY81" fmla="*/ 263926 h 328613"/>
              <a:gd name="connsiteX82" fmla="*/ 9072 w 331788"/>
              <a:gd name="connsiteY82" fmla="*/ 280744 h 328613"/>
              <a:gd name="connsiteX83" fmla="*/ 0 w 331788"/>
              <a:gd name="connsiteY83" fmla="*/ 274276 h 328613"/>
              <a:gd name="connsiteX84" fmla="*/ 0 w 331788"/>
              <a:gd name="connsiteY84" fmla="*/ 23288 h 328613"/>
              <a:gd name="connsiteX85" fmla="*/ 5184 w 331788"/>
              <a:gd name="connsiteY85" fmla="*/ 16819 h 328613"/>
              <a:gd name="connsiteX86" fmla="*/ 86835 w 331788"/>
              <a:gd name="connsiteY86" fmla="*/ 0 h 328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331788" h="328613">
                <a:moveTo>
                  <a:pt x="242094" y="203585"/>
                </a:moveTo>
                <a:cubicBezTo>
                  <a:pt x="232062" y="203585"/>
                  <a:pt x="222031" y="207145"/>
                  <a:pt x="214264" y="214264"/>
                </a:cubicBezTo>
                <a:cubicBezTo>
                  <a:pt x="200025" y="229797"/>
                  <a:pt x="200025" y="254391"/>
                  <a:pt x="214264" y="269924"/>
                </a:cubicBezTo>
                <a:cubicBezTo>
                  <a:pt x="229797" y="284163"/>
                  <a:pt x="254391" y="284163"/>
                  <a:pt x="269924" y="269924"/>
                </a:cubicBezTo>
                <a:cubicBezTo>
                  <a:pt x="284163" y="254391"/>
                  <a:pt x="284163" y="229797"/>
                  <a:pt x="269924" y="214264"/>
                </a:cubicBezTo>
                <a:cubicBezTo>
                  <a:pt x="262158" y="207145"/>
                  <a:pt x="252126" y="203585"/>
                  <a:pt x="242094" y="203585"/>
                </a:cubicBezTo>
                <a:close/>
                <a:moveTo>
                  <a:pt x="85725" y="200752"/>
                </a:moveTo>
                <a:cubicBezTo>
                  <a:pt x="102122" y="200752"/>
                  <a:pt x="118520" y="203067"/>
                  <a:pt x="136525" y="207698"/>
                </a:cubicBezTo>
                <a:cubicBezTo>
                  <a:pt x="136525" y="207698"/>
                  <a:pt x="136525" y="207698"/>
                  <a:pt x="132667" y="222250"/>
                </a:cubicBezTo>
                <a:cubicBezTo>
                  <a:pt x="99229" y="211667"/>
                  <a:pt x="72221" y="211667"/>
                  <a:pt x="38783" y="222250"/>
                </a:cubicBezTo>
                <a:cubicBezTo>
                  <a:pt x="38783" y="222250"/>
                  <a:pt x="38783" y="222250"/>
                  <a:pt x="34925" y="207698"/>
                </a:cubicBezTo>
                <a:cubicBezTo>
                  <a:pt x="52930" y="203067"/>
                  <a:pt x="69327" y="200752"/>
                  <a:pt x="85725" y="200752"/>
                </a:cubicBezTo>
                <a:close/>
                <a:moveTo>
                  <a:pt x="86038" y="150283"/>
                </a:moveTo>
                <a:cubicBezTo>
                  <a:pt x="102226" y="150283"/>
                  <a:pt x="118574" y="152929"/>
                  <a:pt x="136525" y="158221"/>
                </a:cubicBezTo>
                <a:cubicBezTo>
                  <a:pt x="136525" y="158221"/>
                  <a:pt x="136525" y="158221"/>
                  <a:pt x="132678" y="171450"/>
                </a:cubicBezTo>
                <a:cubicBezTo>
                  <a:pt x="99341" y="162190"/>
                  <a:pt x="72414" y="162190"/>
                  <a:pt x="39076" y="171450"/>
                </a:cubicBezTo>
                <a:cubicBezTo>
                  <a:pt x="39076" y="171450"/>
                  <a:pt x="39076" y="171450"/>
                  <a:pt x="36512" y="158221"/>
                </a:cubicBezTo>
                <a:cubicBezTo>
                  <a:pt x="53822" y="152929"/>
                  <a:pt x="69850" y="150283"/>
                  <a:pt x="86038" y="150283"/>
                </a:cubicBezTo>
                <a:close/>
                <a:moveTo>
                  <a:pt x="243681" y="148724"/>
                </a:moveTo>
                <a:cubicBezTo>
                  <a:pt x="260335" y="148724"/>
                  <a:pt x="276989" y="151398"/>
                  <a:pt x="295275" y="156745"/>
                </a:cubicBezTo>
                <a:cubicBezTo>
                  <a:pt x="295275" y="156745"/>
                  <a:pt x="295275" y="156745"/>
                  <a:pt x="292663" y="171450"/>
                </a:cubicBezTo>
                <a:cubicBezTo>
                  <a:pt x="257396" y="162092"/>
                  <a:pt x="231272" y="162092"/>
                  <a:pt x="197312" y="171450"/>
                </a:cubicBezTo>
                <a:cubicBezTo>
                  <a:pt x="197312" y="171450"/>
                  <a:pt x="197312" y="171450"/>
                  <a:pt x="192087" y="156745"/>
                </a:cubicBezTo>
                <a:cubicBezTo>
                  <a:pt x="210374" y="151398"/>
                  <a:pt x="227027" y="148724"/>
                  <a:pt x="243681" y="148724"/>
                </a:cubicBezTo>
                <a:close/>
                <a:moveTo>
                  <a:pt x="86038" y="99483"/>
                </a:moveTo>
                <a:cubicBezTo>
                  <a:pt x="102226" y="99483"/>
                  <a:pt x="118574" y="102129"/>
                  <a:pt x="136525" y="107421"/>
                </a:cubicBezTo>
                <a:cubicBezTo>
                  <a:pt x="136525" y="107421"/>
                  <a:pt x="136525" y="107421"/>
                  <a:pt x="132678" y="120650"/>
                </a:cubicBezTo>
                <a:cubicBezTo>
                  <a:pt x="99341" y="111390"/>
                  <a:pt x="72414" y="111390"/>
                  <a:pt x="39076" y="120650"/>
                </a:cubicBezTo>
                <a:cubicBezTo>
                  <a:pt x="39076" y="120650"/>
                  <a:pt x="39076" y="120650"/>
                  <a:pt x="36512" y="107421"/>
                </a:cubicBezTo>
                <a:cubicBezTo>
                  <a:pt x="53822" y="102129"/>
                  <a:pt x="69850" y="99483"/>
                  <a:pt x="86038" y="99483"/>
                </a:cubicBezTo>
                <a:close/>
                <a:moveTo>
                  <a:pt x="243681" y="99152"/>
                </a:moveTo>
                <a:cubicBezTo>
                  <a:pt x="260335" y="99152"/>
                  <a:pt x="276989" y="101467"/>
                  <a:pt x="295275" y="106098"/>
                </a:cubicBezTo>
                <a:cubicBezTo>
                  <a:pt x="295275" y="106098"/>
                  <a:pt x="295275" y="106098"/>
                  <a:pt x="292663" y="120650"/>
                </a:cubicBezTo>
                <a:cubicBezTo>
                  <a:pt x="257396" y="111390"/>
                  <a:pt x="231272" y="111390"/>
                  <a:pt x="196006" y="120650"/>
                </a:cubicBezTo>
                <a:cubicBezTo>
                  <a:pt x="196006" y="120650"/>
                  <a:pt x="196006" y="120650"/>
                  <a:pt x="192087" y="106098"/>
                </a:cubicBezTo>
                <a:cubicBezTo>
                  <a:pt x="210374" y="101467"/>
                  <a:pt x="227027" y="99152"/>
                  <a:pt x="243681" y="99152"/>
                </a:cubicBezTo>
                <a:close/>
                <a:moveTo>
                  <a:pt x="243681" y="48711"/>
                </a:moveTo>
                <a:cubicBezTo>
                  <a:pt x="260335" y="48711"/>
                  <a:pt x="276989" y="51385"/>
                  <a:pt x="295275" y="56732"/>
                </a:cubicBezTo>
                <a:cubicBezTo>
                  <a:pt x="295275" y="56732"/>
                  <a:pt x="295275" y="56732"/>
                  <a:pt x="292663" y="71437"/>
                </a:cubicBezTo>
                <a:cubicBezTo>
                  <a:pt x="257396" y="60742"/>
                  <a:pt x="231272" y="60742"/>
                  <a:pt x="197312" y="71437"/>
                </a:cubicBezTo>
                <a:cubicBezTo>
                  <a:pt x="197312" y="71437"/>
                  <a:pt x="197312" y="71437"/>
                  <a:pt x="192087" y="56732"/>
                </a:cubicBezTo>
                <a:cubicBezTo>
                  <a:pt x="210374" y="51385"/>
                  <a:pt x="227027" y="48711"/>
                  <a:pt x="243681" y="48711"/>
                </a:cubicBezTo>
                <a:close/>
                <a:moveTo>
                  <a:pt x="85725" y="48683"/>
                </a:moveTo>
                <a:cubicBezTo>
                  <a:pt x="102122" y="48683"/>
                  <a:pt x="118520" y="51329"/>
                  <a:pt x="136525" y="56621"/>
                </a:cubicBezTo>
                <a:cubicBezTo>
                  <a:pt x="136525" y="56621"/>
                  <a:pt x="136525" y="56621"/>
                  <a:pt x="132667" y="69850"/>
                </a:cubicBezTo>
                <a:cubicBezTo>
                  <a:pt x="99229" y="60590"/>
                  <a:pt x="72221" y="60590"/>
                  <a:pt x="38783" y="69850"/>
                </a:cubicBezTo>
                <a:lnTo>
                  <a:pt x="34925" y="56621"/>
                </a:lnTo>
                <a:cubicBezTo>
                  <a:pt x="52930" y="51329"/>
                  <a:pt x="69327" y="48683"/>
                  <a:pt x="85725" y="48683"/>
                </a:cubicBezTo>
                <a:close/>
                <a:moveTo>
                  <a:pt x="245779" y="12700"/>
                </a:moveTo>
                <a:cubicBezTo>
                  <a:pt x="224915" y="12700"/>
                  <a:pt x="201443" y="16579"/>
                  <a:pt x="171450" y="28215"/>
                </a:cubicBezTo>
                <a:cubicBezTo>
                  <a:pt x="171450" y="28215"/>
                  <a:pt x="171450" y="28215"/>
                  <a:pt x="171450" y="263525"/>
                </a:cubicBezTo>
                <a:cubicBezTo>
                  <a:pt x="176666" y="262232"/>
                  <a:pt x="185794" y="259646"/>
                  <a:pt x="192314" y="257061"/>
                </a:cubicBezTo>
                <a:cubicBezTo>
                  <a:pt x="185794" y="238960"/>
                  <a:pt x="191010" y="219566"/>
                  <a:pt x="205355" y="205344"/>
                </a:cubicBezTo>
                <a:cubicBezTo>
                  <a:pt x="226219" y="184657"/>
                  <a:pt x="258819" y="184657"/>
                  <a:pt x="279684" y="205344"/>
                </a:cubicBezTo>
                <a:cubicBezTo>
                  <a:pt x="294028" y="218273"/>
                  <a:pt x="299244" y="238960"/>
                  <a:pt x="294028" y="257061"/>
                </a:cubicBezTo>
                <a:cubicBezTo>
                  <a:pt x="301852" y="258353"/>
                  <a:pt x="312284" y="262232"/>
                  <a:pt x="317500" y="263525"/>
                </a:cubicBezTo>
                <a:lnTo>
                  <a:pt x="317500" y="28215"/>
                </a:lnTo>
                <a:cubicBezTo>
                  <a:pt x="288812" y="17872"/>
                  <a:pt x="266643" y="12700"/>
                  <a:pt x="245779" y="12700"/>
                </a:cubicBezTo>
                <a:close/>
                <a:moveTo>
                  <a:pt x="84931" y="12700"/>
                </a:moveTo>
                <a:cubicBezTo>
                  <a:pt x="63004" y="12700"/>
                  <a:pt x="42366" y="17872"/>
                  <a:pt x="12700" y="28215"/>
                </a:cubicBezTo>
                <a:cubicBezTo>
                  <a:pt x="12700" y="28215"/>
                  <a:pt x="12700" y="28215"/>
                  <a:pt x="12700" y="263525"/>
                </a:cubicBezTo>
                <a:cubicBezTo>
                  <a:pt x="41077" y="254475"/>
                  <a:pt x="63004" y="249303"/>
                  <a:pt x="84931" y="249303"/>
                </a:cubicBezTo>
                <a:cubicBezTo>
                  <a:pt x="106859" y="249303"/>
                  <a:pt x="128786" y="254475"/>
                  <a:pt x="157163" y="263525"/>
                </a:cubicBezTo>
                <a:lnTo>
                  <a:pt x="157163" y="28215"/>
                </a:lnTo>
                <a:cubicBezTo>
                  <a:pt x="128786" y="17872"/>
                  <a:pt x="106859" y="12700"/>
                  <a:pt x="84931" y="12700"/>
                </a:cubicBezTo>
                <a:close/>
                <a:moveTo>
                  <a:pt x="86835" y="0"/>
                </a:moveTo>
                <a:cubicBezTo>
                  <a:pt x="110164" y="0"/>
                  <a:pt x="133493" y="5175"/>
                  <a:pt x="165894" y="15525"/>
                </a:cubicBezTo>
                <a:cubicBezTo>
                  <a:pt x="198295" y="5175"/>
                  <a:pt x="221624" y="0"/>
                  <a:pt x="244953" y="0"/>
                </a:cubicBezTo>
                <a:cubicBezTo>
                  <a:pt x="269578" y="0"/>
                  <a:pt x="294203" y="5175"/>
                  <a:pt x="326604" y="16819"/>
                </a:cubicBezTo>
                <a:cubicBezTo>
                  <a:pt x="329196" y="18113"/>
                  <a:pt x="331788" y="20700"/>
                  <a:pt x="331788" y="23288"/>
                </a:cubicBezTo>
                <a:cubicBezTo>
                  <a:pt x="331788" y="23288"/>
                  <a:pt x="331788" y="23288"/>
                  <a:pt x="331788" y="274276"/>
                </a:cubicBezTo>
                <a:cubicBezTo>
                  <a:pt x="331788" y="280744"/>
                  <a:pt x="325308" y="280744"/>
                  <a:pt x="322716" y="280744"/>
                </a:cubicBezTo>
                <a:cubicBezTo>
                  <a:pt x="313643" y="276863"/>
                  <a:pt x="299387" y="272982"/>
                  <a:pt x="289019" y="269101"/>
                </a:cubicBezTo>
                <a:cubicBezTo>
                  <a:pt x="287723" y="271688"/>
                  <a:pt x="286427" y="272982"/>
                  <a:pt x="285130" y="274276"/>
                </a:cubicBezTo>
                <a:cubicBezTo>
                  <a:pt x="285130" y="274276"/>
                  <a:pt x="285130" y="274276"/>
                  <a:pt x="329196" y="318263"/>
                </a:cubicBezTo>
                <a:cubicBezTo>
                  <a:pt x="329196" y="318263"/>
                  <a:pt x="329196" y="318263"/>
                  <a:pt x="318828" y="328613"/>
                </a:cubicBezTo>
                <a:cubicBezTo>
                  <a:pt x="318828" y="328613"/>
                  <a:pt x="318828" y="328613"/>
                  <a:pt x="274762" y="284626"/>
                </a:cubicBezTo>
                <a:cubicBezTo>
                  <a:pt x="254025" y="300151"/>
                  <a:pt x="224216" y="298857"/>
                  <a:pt x="206072" y="279451"/>
                </a:cubicBezTo>
                <a:cubicBezTo>
                  <a:pt x="202183" y="276863"/>
                  <a:pt x="200887" y="274276"/>
                  <a:pt x="198295" y="270394"/>
                </a:cubicBezTo>
                <a:cubicBezTo>
                  <a:pt x="189223" y="272982"/>
                  <a:pt x="174966" y="278157"/>
                  <a:pt x="167190" y="280744"/>
                </a:cubicBezTo>
                <a:cubicBezTo>
                  <a:pt x="165894" y="280744"/>
                  <a:pt x="164598" y="280744"/>
                  <a:pt x="163302" y="280744"/>
                </a:cubicBezTo>
                <a:cubicBezTo>
                  <a:pt x="130901" y="269101"/>
                  <a:pt x="108868" y="263926"/>
                  <a:pt x="85539" y="263926"/>
                </a:cubicBezTo>
                <a:cubicBezTo>
                  <a:pt x="63506" y="263926"/>
                  <a:pt x="40177" y="269101"/>
                  <a:pt x="9072" y="280744"/>
                </a:cubicBezTo>
                <a:cubicBezTo>
                  <a:pt x="6480" y="280744"/>
                  <a:pt x="0" y="280744"/>
                  <a:pt x="0" y="274276"/>
                </a:cubicBezTo>
                <a:cubicBezTo>
                  <a:pt x="0" y="274276"/>
                  <a:pt x="0" y="274276"/>
                  <a:pt x="0" y="23288"/>
                </a:cubicBezTo>
                <a:cubicBezTo>
                  <a:pt x="0" y="20700"/>
                  <a:pt x="2592" y="18113"/>
                  <a:pt x="5184" y="16819"/>
                </a:cubicBezTo>
                <a:cubicBezTo>
                  <a:pt x="37585" y="5175"/>
                  <a:pt x="62210" y="0"/>
                  <a:pt x="86835" y="0"/>
                </a:cubicBezTo>
                <a:close/>
              </a:path>
            </a:pathLst>
          </a:custGeom>
          <a:solidFill>
            <a:srgbClr val="F8C5BD"/>
          </a:solidFill>
          <a:ln>
            <a:noFill/>
          </a:ln>
        </p:spPr>
        <p:txBody>
          <a:bodyPr anchor="ctr"/>
          <a:lstStyle/>
          <a:p>
            <a:pPr algn="ctr"/>
            <a:endParaRPr sz="100">
              <a:ea typeface="字魂36号-正文宋楷" panose="00000500000000000000" charset="-122"/>
              <a:cs typeface="+mn-ea"/>
              <a:sym typeface="+mn-lt"/>
            </a:endParaRPr>
          </a:p>
        </p:txBody>
      </p:sp>
      <p:sp>
        <p:nvSpPr>
          <p:cNvPr id="36" name="îŝḷîḓé-Freeform 8"/>
          <p:cNvSpPr/>
          <p:nvPr/>
        </p:nvSpPr>
        <p:spPr bwMode="auto">
          <a:xfrm>
            <a:off x="5259705" y="3537585"/>
            <a:ext cx="569595" cy="542290"/>
          </a:xfrm>
          <a:custGeom>
            <a:avLst/>
            <a:gdLst>
              <a:gd name="connsiteX0" fmla="*/ 117254 w 331788"/>
              <a:gd name="connsiteY0" fmla="*/ 187325 h 315913"/>
              <a:gd name="connsiteX1" fmla="*/ 204708 w 331788"/>
              <a:gd name="connsiteY1" fmla="*/ 187325 h 315913"/>
              <a:gd name="connsiteX2" fmla="*/ 211138 w 331788"/>
              <a:gd name="connsiteY2" fmla="*/ 195263 h 315913"/>
              <a:gd name="connsiteX3" fmla="*/ 204708 w 331788"/>
              <a:gd name="connsiteY3" fmla="*/ 203200 h 315913"/>
              <a:gd name="connsiteX4" fmla="*/ 117254 w 331788"/>
              <a:gd name="connsiteY4" fmla="*/ 203200 h 315913"/>
              <a:gd name="connsiteX5" fmla="*/ 109538 w 331788"/>
              <a:gd name="connsiteY5" fmla="*/ 195263 h 315913"/>
              <a:gd name="connsiteX6" fmla="*/ 117254 w 331788"/>
              <a:gd name="connsiteY6" fmla="*/ 187325 h 315913"/>
              <a:gd name="connsiteX7" fmla="*/ 91953 w 331788"/>
              <a:gd name="connsiteY7" fmla="*/ 161925 h 315913"/>
              <a:gd name="connsiteX8" fmla="*/ 230025 w 331788"/>
              <a:gd name="connsiteY8" fmla="*/ 161925 h 315913"/>
              <a:gd name="connsiteX9" fmla="*/ 236538 w 331788"/>
              <a:gd name="connsiteY9" fmla="*/ 168420 h 315913"/>
              <a:gd name="connsiteX10" fmla="*/ 230025 w 331788"/>
              <a:gd name="connsiteY10" fmla="*/ 176213 h 315913"/>
              <a:gd name="connsiteX11" fmla="*/ 91953 w 331788"/>
              <a:gd name="connsiteY11" fmla="*/ 176213 h 315913"/>
              <a:gd name="connsiteX12" fmla="*/ 84138 w 331788"/>
              <a:gd name="connsiteY12" fmla="*/ 168420 h 315913"/>
              <a:gd name="connsiteX13" fmla="*/ 91953 w 331788"/>
              <a:gd name="connsiteY13" fmla="*/ 161925 h 315913"/>
              <a:gd name="connsiteX14" fmla="*/ 79225 w 331788"/>
              <a:gd name="connsiteY14" fmla="*/ 134938 h 315913"/>
              <a:gd name="connsiteX15" fmla="*/ 255739 w 331788"/>
              <a:gd name="connsiteY15" fmla="*/ 134938 h 315913"/>
              <a:gd name="connsiteX16" fmla="*/ 263526 w 331788"/>
              <a:gd name="connsiteY16" fmla="*/ 142876 h 315913"/>
              <a:gd name="connsiteX17" fmla="*/ 255739 w 331788"/>
              <a:gd name="connsiteY17" fmla="*/ 150813 h 315913"/>
              <a:gd name="connsiteX18" fmla="*/ 79225 w 331788"/>
              <a:gd name="connsiteY18" fmla="*/ 150813 h 315913"/>
              <a:gd name="connsiteX19" fmla="*/ 71438 w 331788"/>
              <a:gd name="connsiteY19" fmla="*/ 142876 h 315913"/>
              <a:gd name="connsiteX20" fmla="*/ 79225 w 331788"/>
              <a:gd name="connsiteY20" fmla="*/ 134938 h 315913"/>
              <a:gd name="connsiteX21" fmla="*/ 284163 w 331788"/>
              <a:gd name="connsiteY21" fmla="*/ 117475 h 315913"/>
              <a:gd name="connsiteX22" fmla="*/ 279083 w 331788"/>
              <a:gd name="connsiteY22" fmla="*/ 142611 h 315913"/>
              <a:gd name="connsiteX23" fmla="*/ 277813 w 331788"/>
              <a:gd name="connsiteY23" fmla="*/ 146579 h 315913"/>
              <a:gd name="connsiteX24" fmla="*/ 277813 w 331788"/>
              <a:gd name="connsiteY24" fmla="*/ 147902 h 315913"/>
              <a:gd name="connsiteX25" fmla="*/ 271463 w 331788"/>
              <a:gd name="connsiteY25" fmla="*/ 149225 h 315913"/>
              <a:gd name="connsiteX26" fmla="*/ 276543 w 331788"/>
              <a:gd name="connsiteY26" fmla="*/ 126736 h 315913"/>
              <a:gd name="connsiteX27" fmla="*/ 284163 w 331788"/>
              <a:gd name="connsiteY27" fmla="*/ 117475 h 315913"/>
              <a:gd name="connsiteX28" fmla="*/ 47625 w 331788"/>
              <a:gd name="connsiteY28" fmla="*/ 117475 h 315913"/>
              <a:gd name="connsiteX29" fmla="*/ 56198 w 331788"/>
              <a:gd name="connsiteY29" fmla="*/ 126736 h 315913"/>
              <a:gd name="connsiteX30" fmla="*/ 61913 w 331788"/>
              <a:gd name="connsiteY30" fmla="*/ 149225 h 315913"/>
              <a:gd name="connsiteX31" fmla="*/ 54769 w 331788"/>
              <a:gd name="connsiteY31" fmla="*/ 147902 h 315913"/>
              <a:gd name="connsiteX32" fmla="*/ 54769 w 331788"/>
              <a:gd name="connsiteY32" fmla="*/ 146579 h 315913"/>
              <a:gd name="connsiteX33" fmla="*/ 53340 w 331788"/>
              <a:gd name="connsiteY33" fmla="*/ 142611 h 315913"/>
              <a:gd name="connsiteX34" fmla="*/ 47625 w 331788"/>
              <a:gd name="connsiteY34" fmla="*/ 117475 h 315913"/>
              <a:gd name="connsiteX35" fmla="*/ 300038 w 331788"/>
              <a:gd name="connsiteY35" fmla="*/ 106363 h 315913"/>
              <a:gd name="connsiteX36" fmla="*/ 297440 w 331788"/>
              <a:gd name="connsiteY36" fmla="*/ 115315 h 315913"/>
              <a:gd name="connsiteX37" fmla="*/ 293544 w 331788"/>
              <a:gd name="connsiteY37" fmla="*/ 149844 h 315913"/>
              <a:gd name="connsiteX38" fmla="*/ 293544 w 331788"/>
              <a:gd name="connsiteY38" fmla="*/ 152401 h 315913"/>
              <a:gd name="connsiteX39" fmla="*/ 290946 w 331788"/>
              <a:gd name="connsiteY39" fmla="*/ 149844 h 315913"/>
              <a:gd name="connsiteX40" fmla="*/ 285750 w 331788"/>
              <a:gd name="connsiteY40" fmla="*/ 148565 h 315913"/>
              <a:gd name="connsiteX41" fmla="*/ 285750 w 331788"/>
              <a:gd name="connsiteY41" fmla="*/ 147286 h 315913"/>
              <a:gd name="connsiteX42" fmla="*/ 292245 w 331788"/>
              <a:gd name="connsiteY42" fmla="*/ 115315 h 315913"/>
              <a:gd name="connsiteX43" fmla="*/ 300038 w 331788"/>
              <a:gd name="connsiteY43" fmla="*/ 106363 h 315913"/>
              <a:gd name="connsiteX44" fmla="*/ 31750 w 331788"/>
              <a:gd name="connsiteY44" fmla="*/ 106363 h 315913"/>
              <a:gd name="connsiteX45" fmla="*/ 39543 w 331788"/>
              <a:gd name="connsiteY45" fmla="*/ 115315 h 315913"/>
              <a:gd name="connsiteX46" fmla="*/ 46038 w 331788"/>
              <a:gd name="connsiteY46" fmla="*/ 148565 h 315913"/>
              <a:gd name="connsiteX47" fmla="*/ 40842 w 331788"/>
              <a:gd name="connsiteY47" fmla="*/ 149844 h 315913"/>
              <a:gd name="connsiteX48" fmla="*/ 38244 w 331788"/>
              <a:gd name="connsiteY48" fmla="*/ 152401 h 315913"/>
              <a:gd name="connsiteX49" fmla="*/ 38244 w 331788"/>
              <a:gd name="connsiteY49" fmla="*/ 149844 h 315913"/>
              <a:gd name="connsiteX50" fmla="*/ 34348 w 331788"/>
              <a:gd name="connsiteY50" fmla="*/ 115315 h 315913"/>
              <a:gd name="connsiteX51" fmla="*/ 31750 w 331788"/>
              <a:gd name="connsiteY51" fmla="*/ 106363 h 315913"/>
              <a:gd name="connsiteX52" fmla="*/ 3900 w 331788"/>
              <a:gd name="connsiteY52" fmla="*/ 100704 h 315913"/>
              <a:gd name="connsiteX53" fmla="*/ 19503 w 331788"/>
              <a:gd name="connsiteY53" fmla="*/ 100704 h 315913"/>
              <a:gd name="connsiteX54" fmla="*/ 24704 w 331788"/>
              <a:gd name="connsiteY54" fmla="*/ 118746 h 315913"/>
              <a:gd name="connsiteX55" fmla="*/ 28605 w 331788"/>
              <a:gd name="connsiteY55" fmla="*/ 156117 h 315913"/>
              <a:gd name="connsiteX56" fmla="*/ 28605 w 331788"/>
              <a:gd name="connsiteY56" fmla="*/ 158695 h 315913"/>
              <a:gd name="connsiteX57" fmla="*/ 31205 w 331788"/>
              <a:gd name="connsiteY57" fmla="*/ 172870 h 315913"/>
              <a:gd name="connsiteX58" fmla="*/ 65012 w 331788"/>
              <a:gd name="connsiteY58" fmla="*/ 226995 h 315913"/>
              <a:gd name="connsiteX59" fmla="*/ 66312 w 331788"/>
              <a:gd name="connsiteY59" fmla="*/ 229572 h 315913"/>
              <a:gd name="connsiteX60" fmla="*/ 71513 w 331788"/>
              <a:gd name="connsiteY60" fmla="*/ 229572 h 315913"/>
              <a:gd name="connsiteX61" fmla="*/ 71513 w 331788"/>
              <a:gd name="connsiteY61" fmla="*/ 225706 h 315913"/>
              <a:gd name="connsiteX62" fmla="*/ 42908 w 331788"/>
              <a:gd name="connsiteY62" fmla="*/ 178025 h 315913"/>
              <a:gd name="connsiteX63" fmla="*/ 46808 w 331788"/>
              <a:gd name="connsiteY63" fmla="*/ 161272 h 315913"/>
              <a:gd name="connsiteX64" fmla="*/ 63711 w 331788"/>
              <a:gd name="connsiteY64" fmla="*/ 165138 h 315913"/>
              <a:gd name="connsiteX65" fmla="*/ 94917 w 331788"/>
              <a:gd name="connsiteY65" fmla="*/ 203798 h 315913"/>
              <a:gd name="connsiteX66" fmla="*/ 102719 w 331788"/>
              <a:gd name="connsiteY66" fmla="*/ 212819 h 315913"/>
              <a:gd name="connsiteX67" fmla="*/ 136525 w 331788"/>
              <a:gd name="connsiteY67" fmla="*/ 263078 h 315913"/>
              <a:gd name="connsiteX68" fmla="*/ 136525 w 331788"/>
              <a:gd name="connsiteY68" fmla="*/ 268232 h 315913"/>
              <a:gd name="connsiteX69" fmla="*/ 136525 w 331788"/>
              <a:gd name="connsiteY69" fmla="*/ 277253 h 315913"/>
              <a:gd name="connsiteX70" fmla="*/ 135225 w 331788"/>
              <a:gd name="connsiteY70" fmla="*/ 310759 h 315913"/>
              <a:gd name="connsiteX71" fmla="*/ 130024 w 331788"/>
              <a:gd name="connsiteY71" fmla="*/ 315913 h 315913"/>
              <a:gd name="connsiteX72" fmla="*/ 78014 w 331788"/>
              <a:gd name="connsiteY72" fmla="*/ 314625 h 315913"/>
              <a:gd name="connsiteX73" fmla="*/ 74113 w 331788"/>
              <a:gd name="connsiteY73" fmla="*/ 310759 h 315913"/>
              <a:gd name="connsiteX74" fmla="*/ 72813 w 331788"/>
              <a:gd name="connsiteY74" fmla="*/ 283696 h 315913"/>
              <a:gd name="connsiteX75" fmla="*/ 23404 w 331788"/>
              <a:gd name="connsiteY75" fmla="*/ 224417 h 315913"/>
              <a:gd name="connsiteX76" fmla="*/ 9101 w 331788"/>
              <a:gd name="connsiteY76" fmla="*/ 197355 h 315913"/>
              <a:gd name="connsiteX77" fmla="*/ 9101 w 331788"/>
              <a:gd name="connsiteY77" fmla="*/ 194778 h 315913"/>
              <a:gd name="connsiteX78" fmla="*/ 0 w 331788"/>
              <a:gd name="connsiteY78" fmla="*/ 111014 h 315913"/>
              <a:gd name="connsiteX79" fmla="*/ 3900 w 331788"/>
              <a:gd name="connsiteY79" fmla="*/ 100704 h 315913"/>
              <a:gd name="connsiteX80" fmla="*/ 312285 w 331788"/>
              <a:gd name="connsiteY80" fmla="*/ 100699 h 315913"/>
              <a:gd name="connsiteX81" fmla="*/ 327888 w 331788"/>
              <a:gd name="connsiteY81" fmla="*/ 100699 h 315913"/>
              <a:gd name="connsiteX82" fmla="*/ 331788 w 331788"/>
              <a:gd name="connsiteY82" fmla="*/ 110994 h 315913"/>
              <a:gd name="connsiteX83" fmla="*/ 322687 w 331788"/>
              <a:gd name="connsiteY83" fmla="*/ 194644 h 315913"/>
              <a:gd name="connsiteX84" fmla="*/ 322687 w 331788"/>
              <a:gd name="connsiteY84" fmla="*/ 197217 h 315913"/>
              <a:gd name="connsiteX85" fmla="*/ 308384 w 331788"/>
              <a:gd name="connsiteY85" fmla="*/ 224242 h 315913"/>
              <a:gd name="connsiteX86" fmla="*/ 258975 w 331788"/>
              <a:gd name="connsiteY86" fmla="*/ 283440 h 315913"/>
              <a:gd name="connsiteX87" fmla="*/ 257675 w 331788"/>
              <a:gd name="connsiteY87" fmla="*/ 310466 h 315913"/>
              <a:gd name="connsiteX88" fmla="*/ 253774 w 331788"/>
              <a:gd name="connsiteY88" fmla="*/ 314326 h 315913"/>
              <a:gd name="connsiteX89" fmla="*/ 201764 w 331788"/>
              <a:gd name="connsiteY89" fmla="*/ 314326 h 315913"/>
              <a:gd name="connsiteX90" fmla="*/ 196563 w 331788"/>
              <a:gd name="connsiteY90" fmla="*/ 310466 h 315913"/>
              <a:gd name="connsiteX91" fmla="*/ 195263 w 331788"/>
              <a:gd name="connsiteY91" fmla="*/ 277006 h 315913"/>
              <a:gd name="connsiteX92" fmla="*/ 195263 w 331788"/>
              <a:gd name="connsiteY92" fmla="*/ 267997 h 315913"/>
              <a:gd name="connsiteX93" fmla="*/ 195263 w 331788"/>
              <a:gd name="connsiteY93" fmla="*/ 262850 h 315913"/>
              <a:gd name="connsiteX94" fmla="*/ 229069 w 331788"/>
              <a:gd name="connsiteY94" fmla="*/ 212660 h 315913"/>
              <a:gd name="connsiteX95" fmla="*/ 236871 w 331788"/>
              <a:gd name="connsiteY95" fmla="*/ 203652 h 315913"/>
              <a:gd name="connsiteX96" fmla="*/ 268077 w 331788"/>
              <a:gd name="connsiteY96" fmla="*/ 165045 h 315913"/>
              <a:gd name="connsiteX97" fmla="*/ 284980 w 331788"/>
              <a:gd name="connsiteY97" fmla="*/ 161184 h 315913"/>
              <a:gd name="connsiteX98" fmla="*/ 288880 w 331788"/>
              <a:gd name="connsiteY98" fmla="*/ 177914 h 315913"/>
              <a:gd name="connsiteX99" fmla="*/ 260275 w 331788"/>
              <a:gd name="connsiteY99" fmla="*/ 225529 h 315913"/>
              <a:gd name="connsiteX100" fmla="*/ 260275 w 331788"/>
              <a:gd name="connsiteY100" fmla="*/ 229390 h 315913"/>
              <a:gd name="connsiteX101" fmla="*/ 265476 w 331788"/>
              <a:gd name="connsiteY101" fmla="*/ 229390 h 315913"/>
              <a:gd name="connsiteX102" fmla="*/ 266776 w 331788"/>
              <a:gd name="connsiteY102" fmla="*/ 226816 h 315913"/>
              <a:gd name="connsiteX103" fmla="*/ 300583 w 331788"/>
              <a:gd name="connsiteY103" fmla="*/ 172766 h 315913"/>
              <a:gd name="connsiteX104" fmla="*/ 303183 w 331788"/>
              <a:gd name="connsiteY104" fmla="*/ 158610 h 315913"/>
              <a:gd name="connsiteX105" fmla="*/ 303183 w 331788"/>
              <a:gd name="connsiteY105" fmla="*/ 156036 h 315913"/>
              <a:gd name="connsiteX106" fmla="*/ 307084 w 331788"/>
              <a:gd name="connsiteY106" fmla="*/ 118716 h 315913"/>
              <a:gd name="connsiteX107" fmla="*/ 312285 w 331788"/>
              <a:gd name="connsiteY107" fmla="*/ 100699 h 315913"/>
              <a:gd name="connsiteX108" fmla="*/ 219869 w 331788"/>
              <a:gd name="connsiteY108" fmla="*/ 52388 h 315913"/>
              <a:gd name="connsiteX109" fmla="*/ 230188 w 331788"/>
              <a:gd name="connsiteY109" fmla="*/ 62707 h 315913"/>
              <a:gd name="connsiteX110" fmla="*/ 219869 w 331788"/>
              <a:gd name="connsiteY110" fmla="*/ 73026 h 315913"/>
              <a:gd name="connsiteX111" fmla="*/ 209550 w 331788"/>
              <a:gd name="connsiteY111" fmla="*/ 62707 h 315913"/>
              <a:gd name="connsiteX112" fmla="*/ 219869 w 331788"/>
              <a:gd name="connsiteY112" fmla="*/ 52388 h 315913"/>
              <a:gd name="connsiteX113" fmla="*/ 111919 w 331788"/>
              <a:gd name="connsiteY113" fmla="*/ 52388 h 315913"/>
              <a:gd name="connsiteX114" fmla="*/ 122238 w 331788"/>
              <a:gd name="connsiteY114" fmla="*/ 62707 h 315913"/>
              <a:gd name="connsiteX115" fmla="*/ 111919 w 331788"/>
              <a:gd name="connsiteY115" fmla="*/ 73026 h 315913"/>
              <a:gd name="connsiteX116" fmla="*/ 101600 w 331788"/>
              <a:gd name="connsiteY116" fmla="*/ 62707 h 315913"/>
              <a:gd name="connsiteX117" fmla="*/ 111919 w 331788"/>
              <a:gd name="connsiteY117" fmla="*/ 52388 h 315913"/>
              <a:gd name="connsiteX118" fmla="*/ 177801 w 331788"/>
              <a:gd name="connsiteY118" fmla="*/ 47625 h 315913"/>
              <a:gd name="connsiteX119" fmla="*/ 160338 w 331788"/>
              <a:gd name="connsiteY119" fmla="*/ 63501 h 315913"/>
              <a:gd name="connsiteX120" fmla="*/ 153988 w 331788"/>
              <a:gd name="connsiteY120" fmla="*/ 55563 h 315913"/>
              <a:gd name="connsiteX121" fmla="*/ 146050 w 331788"/>
              <a:gd name="connsiteY121" fmla="*/ 63501 h 315913"/>
              <a:gd name="connsiteX122" fmla="*/ 153988 w 331788"/>
              <a:gd name="connsiteY122" fmla="*/ 69851 h 315913"/>
              <a:gd name="connsiteX123" fmla="*/ 160338 w 331788"/>
              <a:gd name="connsiteY123" fmla="*/ 77788 h 315913"/>
              <a:gd name="connsiteX124" fmla="*/ 168276 w 331788"/>
              <a:gd name="connsiteY124" fmla="*/ 69851 h 315913"/>
              <a:gd name="connsiteX125" fmla="*/ 185738 w 331788"/>
              <a:gd name="connsiteY125" fmla="*/ 53975 h 315913"/>
              <a:gd name="connsiteX126" fmla="*/ 165895 w 331788"/>
              <a:gd name="connsiteY126" fmla="*/ 25400 h 315913"/>
              <a:gd name="connsiteX127" fmla="*/ 203202 w 331788"/>
              <a:gd name="connsiteY127" fmla="*/ 62707 h 315913"/>
              <a:gd name="connsiteX128" fmla="*/ 165895 w 331788"/>
              <a:gd name="connsiteY128" fmla="*/ 100014 h 315913"/>
              <a:gd name="connsiteX129" fmla="*/ 128588 w 331788"/>
              <a:gd name="connsiteY129" fmla="*/ 62707 h 315913"/>
              <a:gd name="connsiteX130" fmla="*/ 165895 w 331788"/>
              <a:gd name="connsiteY130" fmla="*/ 25400 h 315913"/>
              <a:gd name="connsiteX131" fmla="*/ 101966 w 331788"/>
              <a:gd name="connsiteY131" fmla="*/ 15875 h 315913"/>
              <a:gd name="connsiteX132" fmla="*/ 103261 w 331788"/>
              <a:gd name="connsiteY132" fmla="*/ 18477 h 315913"/>
              <a:gd name="connsiteX133" fmla="*/ 85139 w 331788"/>
              <a:gd name="connsiteY133" fmla="*/ 36689 h 315913"/>
              <a:gd name="connsiteX134" fmla="*/ 82550 w 331788"/>
              <a:gd name="connsiteY134" fmla="*/ 35388 h 315913"/>
              <a:gd name="connsiteX135" fmla="*/ 82550 w 331788"/>
              <a:gd name="connsiteY135" fmla="*/ 88724 h 315913"/>
              <a:gd name="connsiteX136" fmla="*/ 85139 w 331788"/>
              <a:gd name="connsiteY136" fmla="*/ 88724 h 315913"/>
              <a:gd name="connsiteX137" fmla="*/ 103261 w 331788"/>
              <a:gd name="connsiteY137" fmla="*/ 105636 h 315913"/>
              <a:gd name="connsiteX138" fmla="*/ 101966 w 331788"/>
              <a:gd name="connsiteY138" fmla="*/ 109538 h 315913"/>
              <a:gd name="connsiteX139" fmla="*/ 228820 w 331788"/>
              <a:gd name="connsiteY139" fmla="*/ 109538 h 315913"/>
              <a:gd name="connsiteX140" fmla="*/ 228820 w 331788"/>
              <a:gd name="connsiteY140" fmla="*/ 106936 h 315913"/>
              <a:gd name="connsiteX141" fmla="*/ 246942 w 331788"/>
              <a:gd name="connsiteY141" fmla="*/ 90025 h 315913"/>
              <a:gd name="connsiteX142" fmla="*/ 250825 w 331788"/>
              <a:gd name="connsiteY142" fmla="*/ 90025 h 315913"/>
              <a:gd name="connsiteX143" fmla="*/ 250825 w 331788"/>
              <a:gd name="connsiteY143" fmla="*/ 36689 h 315913"/>
              <a:gd name="connsiteX144" fmla="*/ 246942 w 331788"/>
              <a:gd name="connsiteY144" fmla="*/ 36689 h 315913"/>
              <a:gd name="connsiteX145" fmla="*/ 228820 w 331788"/>
              <a:gd name="connsiteY145" fmla="*/ 19777 h 315913"/>
              <a:gd name="connsiteX146" fmla="*/ 230114 w 331788"/>
              <a:gd name="connsiteY146" fmla="*/ 15875 h 315913"/>
              <a:gd name="connsiteX147" fmla="*/ 101966 w 331788"/>
              <a:gd name="connsiteY147" fmla="*/ 15875 h 315913"/>
              <a:gd name="connsiteX148" fmla="*/ 85099 w 331788"/>
              <a:gd name="connsiteY148" fmla="*/ 0 h 315913"/>
              <a:gd name="connsiteX149" fmla="*/ 248277 w 331788"/>
              <a:gd name="connsiteY149" fmla="*/ 0 h 315913"/>
              <a:gd name="connsiteX150" fmla="*/ 265113 w 331788"/>
              <a:gd name="connsiteY150" fmla="*/ 18248 h 315913"/>
              <a:gd name="connsiteX151" fmla="*/ 265113 w 331788"/>
              <a:gd name="connsiteY151" fmla="*/ 106881 h 315913"/>
              <a:gd name="connsiteX152" fmla="*/ 248277 w 331788"/>
              <a:gd name="connsiteY152" fmla="*/ 123825 h 315913"/>
              <a:gd name="connsiteX153" fmla="*/ 85099 w 331788"/>
              <a:gd name="connsiteY153" fmla="*/ 123825 h 315913"/>
              <a:gd name="connsiteX154" fmla="*/ 68263 w 331788"/>
              <a:gd name="connsiteY154" fmla="*/ 106881 h 315913"/>
              <a:gd name="connsiteX155" fmla="*/ 68263 w 331788"/>
              <a:gd name="connsiteY155" fmla="*/ 18248 h 315913"/>
              <a:gd name="connsiteX156" fmla="*/ 85099 w 331788"/>
              <a:gd name="connsiteY156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</a:cxnLst>
            <a:rect l="l" t="t" r="r" b="b"/>
            <a:pathLst>
              <a:path w="331788" h="315913">
                <a:moveTo>
                  <a:pt x="117254" y="187325"/>
                </a:moveTo>
                <a:lnTo>
                  <a:pt x="204708" y="187325"/>
                </a:lnTo>
                <a:cubicBezTo>
                  <a:pt x="208566" y="187325"/>
                  <a:pt x="211138" y="191294"/>
                  <a:pt x="211138" y="195263"/>
                </a:cubicBezTo>
                <a:cubicBezTo>
                  <a:pt x="211138" y="199231"/>
                  <a:pt x="208566" y="203200"/>
                  <a:pt x="204708" y="203200"/>
                </a:cubicBezTo>
                <a:cubicBezTo>
                  <a:pt x="204708" y="203200"/>
                  <a:pt x="204708" y="203200"/>
                  <a:pt x="117254" y="203200"/>
                </a:cubicBezTo>
                <a:cubicBezTo>
                  <a:pt x="113396" y="203200"/>
                  <a:pt x="109538" y="199231"/>
                  <a:pt x="109538" y="195263"/>
                </a:cubicBezTo>
                <a:cubicBezTo>
                  <a:pt x="109538" y="191294"/>
                  <a:pt x="113396" y="187325"/>
                  <a:pt x="117254" y="187325"/>
                </a:cubicBezTo>
                <a:close/>
                <a:moveTo>
                  <a:pt x="91953" y="161925"/>
                </a:moveTo>
                <a:cubicBezTo>
                  <a:pt x="91953" y="161925"/>
                  <a:pt x="91953" y="161925"/>
                  <a:pt x="230025" y="161925"/>
                </a:cubicBezTo>
                <a:cubicBezTo>
                  <a:pt x="233933" y="161925"/>
                  <a:pt x="236538" y="164523"/>
                  <a:pt x="236538" y="168420"/>
                </a:cubicBezTo>
                <a:cubicBezTo>
                  <a:pt x="236538" y="172317"/>
                  <a:pt x="233933" y="176213"/>
                  <a:pt x="230025" y="176213"/>
                </a:cubicBezTo>
                <a:cubicBezTo>
                  <a:pt x="230025" y="176213"/>
                  <a:pt x="230025" y="176213"/>
                  <a:pt x="91953" y="176213"/>
                </a:cubicBezTo>
                <a:cubicBezTo>
                  <a:pt x="88045" y="176213"/>
                  <a:pt x="84138" y="172317"/>
                  <a:pt x="84138" y="168420"/>
                </a:cubicBezTo>
                <a:cubicBezTo>
                  <a:pt x="84138" y="164523"/>
                  <a:pt x="88045" y="161925"/>
                  <a:pt x="91953" y="161925"/>
                </a:cubicBezTo>
                <a:close/>
                <a:moveTo>
                  <a:pt x="79225" y="134938"/>
                </a:moveTo>
                <a:cubicBezTo>
                  <a:pt x="79225" y="134938"/>
                  <a:pt x="79225" y="134938"/>
                  <a:pt x="255739" y="134938"/>
                </a:cubicBezTo>
                <a:cubicBezTo>
                  <a:pt x="259633" y="134938"/>
                  <a:pt x="263526" y="138907"/>
                  <a:pt x="263526" y="142876"/>
                </a:cubicBezTo>
                <a:cubicBezTo>
                  <a:pt x="263526" y="146844"/>
                  <a:pt x="259633" y="150813"/>
                  <a:pt x="255739" y="150813"/>
                </a:cubicBezTo>
                <a:cubicBezTo>
                  <a:pt x="255739" y="150813"/>
                  <a:pt x="255739" y="150813"/>
                  <a:pt x="79225" y="150813"/>
                </a:cubicBezTo>
                <a:cubicBezTo>
                  <a:pt x="75331" y="150813"/>
                  <a:pt x="71438" y="146844"/>
                  <a:pt x="71438" y="142876"/>
                </a:cubicBezTo>
                <a:cubicBezTo>
                  <a:pt x="71438" y="138907"/>
                  <a:pt x="75331" y="134938"/>
                  <a:pt x="79225" y="134938"/>
                </a:cubicBezTo>
                <a:close/>
                <a:moveTo>
                  <a:pt x="284163" y="117475"/>
                </a:moveTo>
                <a:cubicBezTo>
                  <a:pt x="282893" y="124090"/>
                  <a:pt x="279083" y="135996"/>
                  <a:pt x="279083" y="142611"/>
                </a:cubicBezTo>
                <a:lnTo>
                  <a:pt x="277813" y="146579"/>
                </a:lnTo>
                <a:cubicBezTo>
                  <a:pt x="277813" y="146579"/>
                  <a:pt x="277813" y="146579"/>
                  <a:pt x="277813" y="147902"/>
                </a:cubicBezTo>
                <a:cubicBezTo>
                  <a:pt x="275273" y="147902"/>
                  <a:pt x="272733" y="147902"/>
                  <a:pt x="271463" y="149225"/>
                </a:cubicBezTo>
                <a:cubicBezTo>
                  <a:pt x="271463" y="143934"/>
                  <a:pt x="275273" y="132027"/>
                  <a:pt x="276543" y="126736"/>
                </a:cubicBezTo>
                <a:cubicBezTo>
                  <a:pt x="277813" y="122767"/>
                  <a:pt x="280353" y="118798"/>
                  <a:pt x="284163" y="117475"/>
                </a:cubicBezTo>
                <a:close/>
                <a:moveTo>
                  <a:pt x="47625" y="117475"/>
                </a:moveTo>
                <a:cubicBezTo>
                  <a:pt x="51911" y="118798"/>
                  <a:pt x="54769" y="122767"/>
                  <a:pt x="56198" y="126736"/>
                </a:cubicBezTo>
                <a:cubicBezTo>
                  <a:pt x="57626" y="132027"/>
                  <a:pt x="61913" y="143934"/>
                  <a:pt x="61913" y="149225"/>
                </a:cubicBezTo>
                <a:cubicBezTo>
                  <a:pt x="60484" y="147902"/>
                  <a:pt x="57626" y="147902"/>
                  <a:pt x="54769" y="147902"/>
                </a:cubicBezTo>
                <a:cubicBezTo>
                  <a:pt x="54769" y="146579"/>
                  <a:pt x="54769" y="146579"/>
                  <a:pt x="54769" y="146579"/>
                </a:cubicBezTo>
                <a:cubicBezTo>
                  <a:pt x="54769" y="146579"/>
                  <a:pt x="54769" y="146579"/>
                  <a:pt x="53340" y="142611"/>
                </a:cubicBezTo>
                <a:cubicBezTo>
                  <a:pt x="53340" y="135996"/>
                  <a:pt x="49054" y="124090"/>
                  <a:pt x="47625" y="117475"/>
                </a:cubicBezTo>
                <a:close/>
                <a:moveTo>
                  <a:pt x="300038" y="106363"/>
                </a:moveTo>
                <a:cubicBezTo>
                  <a:pt x="298739" y="108921"/>
                  <a:pt x="298739" y="112757"/>
                  <a:pt x="297440" y="115315"/>
                </a:cubicBezTo>
                <a:cubicBezTo>
                  <a:pt x="296142" y="124267"/>
                  <a:pt x="293544" y="140892"/>
                  <a:pt x="293544" y="149844"/>
                </a:cubicBezTo>
                <a:cubicBezTo>
                  <a:pt x="293544" y="151122"/>
                  <a:pt x="293544" y="152401"/>
                  <a:pt x="293544" y="152401"/>
                </a:cubicBezTo>
                <a:cubicBezTo>
                  <a:pt x="292245" y="152401"/>
                  <a:pt x="292245" y="151122"/>
                  <a:pt x="290946" y="149844"/>
                </a:cubicBezTo>
                <a:cubicBezTo>
                  <a:pt x="289647" y="149844"/>
                  <a:pt x="287049" y="148565"/>
                  <a:pt x="285750" y="148565"/>
                </a:cubicBezTo>
                <a:cubicBezTo>
                  <a:pt x="285750" y="148565"/>
                  <a:pt x="285750" y="148565"/>
                  <a:pt x="285750" y="147286"/>
                </a:cubicBezTo>
                <a:cubicBezTo>
                  <a:pt x="287049" y="139613"/>
                  <a:pt x="289647" y="122988"/>
                  <a:pt x="292245" y="115315"/>
                </a:cubicBezTo>
                <a:cubicBezTo>
                  <a:pt x="293544" y="110200"/>
                  <a:pt x="296142" y="107642"/>
                  <a:pt x="300038" y="106363"/>
                </a:cubicBezTo>
                <a:close/>
                <a:moveTo>
                  <a:pt x="31750" y="106363"/>
                </a:moveTo>
                <a:cubicBezTo>
                  <a:pt x="35646" y="107642"/>
                  <a:pt x="38244" y="110200"/>
                  <a:pt x="39543" y="115315"/>
                </a:cubicBezTo>
                <a:cubicBezTo>
                  <a:pt x="42141" y="122988"/>
                  <a:pt x="44739" y="139613"/>
                  <a:pt x="46038" y="148565"/>
                </a:cubicBezTo>
                <a:cubicBezTo>
                  <a:pt x="44739" y="148565"/>
                  <a:pt x="43440" y="149844"/>
                  <a:pt x="40842" y="149844"/>
                </a:cubicBezTo>
                <a:cubicBezTo>
                  <a:pt x="39543" y="151122"/>
                  <a:pt x="39543" y="152401"/>
                  <a:pt x="38244" y="152401"/>
                </a:cubicBezTo>
                <a:cubicBezTo>
                  <a:pt x="38244" y="152401"/>
                  <a:pt x="38244" y="151122"/>
                  <a:pt x="38244" y="149844"/>
                </a:cubicBezTo>
                <a:cubicBezTo>
                  <a:pt x="38244" y="140892"/>
                  <a:pt x="35646" y="124267"/>
                  <a:pt x="34348" y="115315"/>
                </a:cubicBezTo>
                <a:cubicBezTo>
                  <a:pt x="33049" y="112757"/>
                  <a:pt x="33049" y="108921"/>
                  <a:pt x="31750" y="106363"/>
                </a:cubicBezTo>
                <a:close/>
                <a:moveTo>
                  <a:pt x="3900" y="100704"/>
                </a:moveTo>
                <a:cubicBezTo>
                  <a:pt x="7801" y="96838"/>
                  <a:pt x="14302" y="96838"/>
                  <a:pt x="19503" y="100704"/>
                </a:cubicBezTo>
                <a:cubicBezTo>
                  <a:pt x="22104" y="104570"/>
                  <a:pt x="23404" y="116168"/>
                  <a:pt x="24704" y="118746"/>
                </a:cubicBezTo>
                <a:cubicBezTo>
                  <a:pt x="26005" y="130344"/>
                  <a:pt x="27305" y="145808"/>
                  <a:pt x="28605" y="156117"/>
                </a:cubicBezTo>
                <a:cubicBezTo>
                  <a:pt x="28605" y="157406"/>
                  <a:pt x="28605" y="158695"/>
                  <a:pt x="28605" y="158695"/>
                </a:cubicBezTo>
                <a:cubicBezTo>
                  <a:pt x="28605" y="163849"/>
                  <a:pt x="29905" y="169004"/>
                  <a:pt x="31205" y="172870"/>
                </a:cubicBezTo>
                <a:cubicBezTo>
                  <a:pt x="42908" y="197355"/>
                  <a:pt x="65012" y="226995"/>
                  <a:pt x="65012" y="226995"/>
                </a:cubicBezTo>
                <a:cubicBezTo>
                  <a:pt x="66312" y="229572"/>
                  <a:pt x="66312" y="229572"/>
                  <a:pt x="66312" y="229572"/>
                </a:cubicBezTo>
                <a:cubicBezTo>
                  <a:pt x="67612" y="230861"/>
                  <a:pt x="68912" y="230861"/>
                  <a:pt x="71513" y="229572"/>
                </a:cubicBezTo>
                <a:cubicBezTo>
                  <a:pt x="72813" y="229572"/>
                  <a:pt x="72813" y="226995"/>
                  <a:pt x="71513" y="225706"/>
                </a:cubicBezTo>
                <a:cubicBezTo>
                  <a:pt x="42908" y="178025"/>
                  <a:pt x="42908" y="178025"/>
                  <a:pt x="42908" y="178025"/>
                </a:cubicBezTo>
                <a:cubicBezTo>
                  <a:pt x="39007" y="172870"/>
                  <a:pt x="41607" y="165138"/>
                  <a:pt x="46808" y="161272"/>
                </a:cubicBezTo>
                <a:cubicBezTo>
                  <a:pt x="52009" y="157406"/>
                  <a:pt x="59811" y="159983"/>
                  <a:pt x="63711" y="165138"/>
                </a:cubicBezTo>
                <a:cubicBezTo>
                  <a:pt x="94917" y="203798"/>
                  <a:pt x="94917" y="203798"/>
                  <a:pt x="94917" y="203798"/>
                </a:cubicBezTo>
                <a:cubicBezTo>
                  <a:pt x="96217" y="206376"/>
                  <a:pt x="100118" y="210242"/>
                  <a:pt x="102719" y="212819"/>
                </a:cubicBezTo>
                <a:cubicBezTo>
                  <a:pt x="130024" y="232149"/>
                  <a:pt x="133924" y="252768"/>
                  <a:pt x="136525" y="263078"/>
                </a:cubicBezTo>
                <a:cubicBezTo>
                  <a:pt x="136525" y="263078"/>
                  <a:pt x="136525" y="264366"/>
                  <a:pt x="136525" y="268232"/>
                </a:cubicBezTo>
                <a:cubicBezTo>
                  <a:pt x="136525" y="270810"/>
                  <a:pt x="136525" y="274676"/>
                  <a:pt x="136525" y="277253"/>
                </a:cubicBezTo>
                <a:cubicBezTo>
                  <a:pt x="135225" y="310759"/>
                  <a:pt x="135225" y="310759"/>
                  <a:pt x="135225" y="310759"/>
                </a:cubicBezTo>
                <a:cubicBezTo>
                  <a:pt x="135225" y="313336"/>
                  <a:pt x="132624" y="315913"/>
                  <a:pt x="130024" y="315913"/>
                </a:cubicBezTo>
                <a:cubicBezTo>
                  <a:pt x="78014" y="314625"/>
                  <a:pt x="78014" y="314625"/>
                  <a:pt x="78014" y="314625"/>
                </a:cubicBezTo>
                <a:cubicBezTo>
                  <a:pt x="75414" y="314625"/>
                  <a:pt x="74113" y="313336"/>
                  <a:pt x="74113" y="310759"/>
                </a:cubicBezTo>
                <a:cubicBezTo>
                  <a:pt x="72813" y="283696"/>
                  <a:pt x="72813" y="283696"/>
                  <a:pt x="72813" y="283696"/>
                </a:cubicBezTo>
                <a:cubicBezTo>
                  <a:pt x="23404" y="224417"/>
                  <a:pt x="23404" y="224417"/>
                  <a:pt x="23404" y="224417"/>
                </a:cubicBezTo>
                <a:cubicBezTo>
                  <a:pt x="15603" y="216685"/>
                  <a:pt x="10402" y="207664"/>
                  <a:pt x="9101" y="197355"/>
                </a:cubicBezTo>
                <a:cubicBezTo>
                  <a:pt x="9101" y="194778"/>
                  <a:pt x="9101" y="194778"/>
                  <a:pt x="9101" y="194778"/>
                </a:cubicBezTo>
                <a:cubicBezTo>
                  <a:pt x="0" y="111014"/>
                  <a:pt x="0" y="111014"/>
                  <a:pt x="0" y="111014"/>
                </a:cubicBezTo>
                <a:cubicBezTo>
                  <a:pt x="0" y="107148"/>
                  <a:pt x="1300" y="103282"/>
                  <a:pt x="3900" y="100704"/>
                </a:cubicBezTo>
                <a:close/>
                <a:moveTo>
                  <a:pt x="312285" y="100699"/>
                </a:moveTo>
                <a:cubicBezTo>
                  <a:pt x="317486" y="96838"/>
                  <a:pt x="323987" y="96838"/>
                  <a:pt x="327888" y="100699"/>
                </a:cubicBezTo>
                <a:cubicBezTo>
                  <a:pt x="330488" y="103273"/>
                  <a:pt x="331788" y="107134"/>
                  <a:pt x="331788" y="110994"/>
                </a:cubicBezTo>
                <a:cubicBezTo>
                  <a:pt x="331788" y="110994"/>
                  <a:pt x="331788" y="110994"/>
                  <a:pt x="322687" y="194644"/>
                </a:cubicBezTo>
                <a:cubicBezTo>
                  <a:pt x="322687" y="194644"/>
                  <a:pt x="322687" y="194644"/>
                  <a:pt x="322687" y="197217"/>
                </a:cubicBezTo>
                <a:cubicBezTo>
                  <a:pt x="321386" y="207513"/>
                  <a:pt x="316185" y="216521"/>
                  <a:pt x="308384" y="224242"/>
                </a:cubicBezTo>
                <a:cubicBezTo>
                  <a:pt x="308384" y="224242"/>
                  <a:pt x="308384" y="224242"/>
                  <a:pt x="258975" y="283440"/>
                </a:cubicBezTo>
                <a:cubicBezTo>
                  <a:pt x="258975" y="283440"/>
                  <a:pt x="258975" y="283440"/>
                  <a:pt x="257675" y="310466"/>
                </a:cubicBezTo>
                <a:cubicBezTo>
                  <a:pt x="257675" y="313039"/>
                  <a:pt x="256374" y="314326"/>
                  <a:pt x="253774" y="314326"/>
                </a:cubicBezTo>
                <a:cubicBezTo>
                  <a:pt x="253774" y="314326"/>
                  <a:pt x="253774" y="314326"/>
                  <a:pt x="201764" y="314326"/>
                </a:cubicBezTo>
                <a:cubicBezTo>
                  <a:pt x="199164" y="314326"/>
                  <a:pt x="196563" y="313039"/>
                  <a:pt x="196563" y="310466"/>
                </a:cubicBezTo>
                <a:cubicBezTo>
                  <a:pt x="196563" y="310466"/>
                  <a:pt x="196563" y="310466"/>
                  <a:pt x="195263" y="277006"/>
                </a:cubicBezTo>
                <a:cubicBezTo>
                  <a:pt x="195263" y="274432"/>
                  <a:pt x="195263" y="270571"/>
                  <a:pt x="195263" y="267997"/>
                </a:cubicBezTo>
                <a:cubicBezTo>
                  <a:pt x="195263" y="264137"/>
                  <a:pt x="195263" y="262850"/>
                  <a:pt x="195263" y="262850"/>
                </a:cubicBezTo>
                <a:cubicBezTo>
                  <a:pt x="197864" y="252555"/>
                  <a:pt x="201764" y="231964"/>
                  <a:pt x="229069" y="212660"/>
                </a:cubicBezTo>
                <a:cubicBezTo>
                  <a:pt x="231670" y="210086"/>
                  <a:pt x="235571" y="206226"/>
                  <a:pt x="236871" y="203652"/>
                </a:cubicBezTo>
                <a:cubicBezTo>
                  <a:pt x="236871" y="203652"/>
                  <a:pt x="236871" y="203652"/>
                  <a:pt x="268077" y="165045"/>
                </a:cubicBezTo>
                <a:cubicBezTo>
                  <a:pt x="271977" y="159897"/>
                  <a:pt x="279779" y="157323"/>
                  <a:pt x="284980" y="161184"/>
                </a:cubicBezTo>
                <a:cubicBezTo>
                  <a:pt x="290181" y="165045"/>
                  <a:pt x="292781" y="172766"/>
                  <a:pt x="288880" y="177914"/>
                </a:cubicBezTo>
                <a:cubicBezTo>
                  <a:pt x="288880" y="177914"/>
                  <a:pt x="288880" y="177914"/>
                  <a:pt x="260275" y="225529"/>
                </a:cubicBezTo>
                <a:cubicBezTo>
                  <a:pt x="258975" y="226816"/>
                  <a:pt x="258975" y="229390"/>
                  <a:pt x="260275" y="229390"/>
                </a:cubicBezTo>
                <a:cubicBezTo>
                  <a:pt x="262876" y="230677"/>
                  <a:pt x="264176" y="230677"/>
                  <a:pt x="265476" y="229390"/>
                </a:cubicBezTo>
                <a:cubicBezTo>
                  <a:pt x="265476" y="229390"/>
                  <a:pt x="265476" y="229390"/>
                  <a:pt x="266776" y="226816"/>
                </a:cubicBezTo>
                <a:cubicBezTo>
                  <a:pt x="266776" y="226816"/>
                  <a:pt x="288880" y="197217"/>
                  <a:pt x="300583" y="172766"/>
                </a:cubicBezTo>
                <a:cubicBezTo>
                  <a:pt x="301883" y="168905"/>
                  <a:pt x="303183" y="163758"/>
                  <a:pt x="303183" y="158610"/>
                </a:cubicBezTo>
                <a:cubicBezTo>
                  <a:pt x="303183" y="158610"/>
                  <a:pt x="303183" y="157323"/>
                  <a:pt x="303183" y="156036"/>
                </a:cubicBezTo>
                <a:cubicBezTo>
                  <a:pt x="304483" y="145741"/>
                  <a:pt x="305783" y="130298"/>
                  <a:pt x="307084" y="118716"/>
                </a:cubicBezTo>
                <a:cubicBezTo>
                  <a:pt x="308384" y="116142"/>
                  <a:pt x="309684" y="104560"/>
                  <a:pt x="312285" y="100699"/>
                </a:cubicBezTo>
                <a:close/>
                <a:moveTo>
                  <a:pt x="219869" y="52388"/>
                </a:moveTo>
                <a:cubicBezTo>
                  <a:pt x="225568" y="52388"/>
                  <a:pt x="230188" y="57008"/>
                  <a:pt x="230188" y="62707"/>
                </a:cubicBezTo>
                <a:cubicBezTo>
                  <a:pt x="230188" y="68406"/>
                  <a:pt x="225568" y="73026"/>
                  <a:pt x="219869" y="73026"/>
                </a:cubicBezTo>
                <a:cubicBezTo>
                  <a:pt x="214170" y="73026"/>
                  <a:pt x="209550" y="68406"/>
                  <a:pt x="209550" y="62707"/>
                </a:cubicBezTo>
                <a:cubicBezTo>
                  <a:pt x="209550" y="57008"/>
                  <a:pt x="214170" y="52388"/>
                  <a:pt x="219869" y="52388"/>
                </a:cubicBezTo>
                <a:close/>
                <a:moveTo>
                  <a:pt x="111919" y="52388"/>
                </a:moveTo>
                <a:cubicBezTo>
                  <a:pt x="117618" y="52388"/>
                  <a:pt x="122238" y="57008"/>
                  <a:pt x="122238" y="62707"/>
                </a:cubicBezTo>
                <a:cubicBezTo>
                  <a:pt x="122238" y="68406"/>
                  <a:pt x="117618" y="73026"/>
                  <a:pt x="111919" y="73026"/>
                </a:cubicBezTo>
                <a:cubicBezTo>
                  <a:pt x="106220" y="73026"/>
                  <a:pt x="101600" y="68406"/>
                  <a:pt x="101600" y="62707"/>
                </a:cubicBezTo>
                <a:cubicBezTo>
                  <a:pt x="101600" y="57008"/>
                  <a:pt x="106220" y="52388"/>
                  <a:pt x="111919" y="52388"/>
                </a:cubicBezTo>
                <a:close/>
                <a:moveTo>
                  <a:pt x="177801" y="47625"/>
                </a:moveTo>
                <a:lnTo>
                  <a:pt x="160338" y="63501"/>
                </a:lnTo>
                <a:lnTo>
                  <a:pt x="153988" y="55563"/>
                </a:lnTo>
                <a:lnTo>
                  <a:pt x="146050" y="63501"/>
                </a:lnTo>
                <a:lnTo>
                  <a:pt x="153988" y="69851"/>
                </a:lnTo>
                <a:lnTo>
                  <a:pt x="160338" y="77788"/>
                </a:lnTo>
                <a:lnTo>
                  <a:pt x="168276" y="69851"/>
                </a:lnTo>
                <a:lnTo>
                  <a:pt x="185738" y="53975"/>
                </a:lnTo>
                <a:close/>
                <a:moveTo>
                  <a:pt x="165895" y="25400"/>
                </a:moveTo>
                <a:cubicBezTo>
                  <a:pt x="186499" y="25400"/>
                  <a:pt x="203202" y="42103"/>
                  <a:pt x="203202" y="62707"/>
                </a:cubicBezTo>
                <a:cubicBezTo>
                  <a:pt x="203202" y="83311"/>
                  <a:pt x="186499" y="100014"/>
                  <a:pt x="165895" y="100014"/>
                </a:cubicBezTo>
                <a:cubicBezTo>
                  <a:pt x="145291" y="100014"/>
                  <a:pt x="128588" y="83311"/>
                  <a:pt x="128588" y="62707"/>
                </a:cubicBezTo>
                <a:cubicBezTo>
                  <a:pt x="128588" y="42103"/>
                  <a:pt x="145291" y="25400"/>
                  <a:pt x="165895" y="25400"/>
                </a:cubicBezTo>
                <a:close/>
                <a:moveTo>
                  <a:pt x="101966" y="15875"/>
                </a:moveTo>
                <a:cubicBezTo>
                  <a:pt x="103261" y="17176"/>
                  <a:pt x="103261" y="17176"/>
                  <a:pt x="103261" y="18477"/>
                </a:cubicBezTo>
                <a:cubicBezTo>
                  <a:pt x="103261" y="28884"/>
                  <a:pt x="95494" y="36689"/>
                  <a:pt x="85139" y="36689"/>
                </a:cubicBezTo>
                <a:cubicBezTo>
                  <a:pt x="83844" y="36689"/>
                  <a:pt x="83844" y="36689"/>
                  <a:pt x="82550" y="35388"/>
                </a:cubicBezTo>
                <a:cubicBezTo>
                  <a:pt x="82550" y="88724"/>
                  <a:pt x="82550" y="88724"/>
                  <a:pt x="82550" y="88724"/>
                </a:cubicBezTo>
                <a:cubicBezTo>
                  <a:pt x="83844" y="88724"/>
                  <a:pt x="83844" y="88724"/>
                  <a:pt x="85139" y="88724"/>
                </a:cubicBezTo>
                <a:cubicBezTo>
                  <a:pt x="95494" y="88724"/>
                  <a:pt x="103261" y="96529"/>
                  <a:pt x="103261" y="105636"/>
                </a:cubicBezTo>
                <a:cubicBezTo>
                  <a:pt x="103261" y="106936"/>
                  <a:pt x="101966" y="108237"/>
                  <a:pt x="101966" y="109538"/>
                </a:cubicBezTo>
                <a:cubicBezTo>
                  <a:pt x="228820" y="109538"/>
                  <a:pt x="228820" y="109538"/>
                  <a:pt x="228820" y="109538"/>
                </a:cubicBezTo>
                <a:cubicBezTo>
                  <a:pt x="228820" y="108237"/>
                  <a:pt x="228820" y="108237"/>
                  <a:pt x="228820" y="106936"/>
                </a:cubicBezTo>
                <a:cubicBezTo>
                  <a:pt x="228820" y="97830"/>
                  <a:pt x="236587" y="90025"/>
                  <a:pt x="246942" y="90025"/>
                </a:cubicBezTo>
                <a:cubicBezTo>
                  <a:pt x="248236" y="90025"/>
                  <a:pt x="249531" y="90025"/>
                  <a:pt x="250825" y="90025"/>
                </a:cubicBezTo>
                <a:cubicBezTo>
                  <a:pt x="250825" y="36689"/>
                  <a:pt x="250825" y="36689"/>
                  <a:pt x="250825" y="36689"/>
                </a:cubicBezTo>
                <a:cubicBezTo>
                  <a:pt x="249531" y="36689"/>
                  <a:pt x="248236" y="36689"/>
                  <a:pt x="246942" y="36689"/>
                </a:cubicBezTo>
                <a:cubicBezTo>
                  <a:pt x="236587" y="36689"/>
                  <a:pt x="228820" y="28884"/>
                  <a:pt x="228820" y="19777"/>
                </a:cubicBezTo>
                <a:cubicBezTo>
                  <a:pt x="228820" y="18477"/>
                  <a:pt x="230114" y="17176"/>
                  <a:pt x="230114" y="15875"/>
                </a:cubicBezTo>
                <a:cubicBezTo>
                  <a:pt x="101966" y="15875"/>
                  <a:pt x="101966" y="15875"/>
                  <a:pt x="101966" y="15875"/>
                </a:cubicBezTo>
                <a:close/>
                <a:moveTo>
                  <a:pt x="85099" y="0"/>
                </a:moveTo>
                <a:cubicBezTo>
                  <a:pt x="248277" y="0"/>
                  <a:pt x="248277" y="0"/>
                  <a:pt x="248277" y="0"/>
                </a:cubicBezTo>
                <a:cubicBezTo>
                  <a:pt x="257343" y="0"/>
                  <a:pt x="265113" y="7820"/>
                  <a:pt x="265113" y="18248"/>
                </a:cubicBezTo>
                <a:lnTo>
                  <a:pt x="265113" y="106881"/>
                </a:lnTo>
                <a:cubicBezTo>
                  <a:pt x="265113" y="116005"/>
                  <a:pt x="258638" y="123825"/>
                  <a:pt x="248277" y="123825"/>
                </a:cubicBezTo>
                <a:cubicBezTo>
                  <a:pt x="85099" y="123825"/>
                  <a:pt x="85099" y="123825"/>
                  <a:pt x="85099" y="123825"/>
                </a:cubicBezTo>
                <a:cubicBezTo>
                  <a:pt x="76033" y="123825"/>
                  <a:pt x="68263" y="116005"/>
                  <a:pt x="68263" y="106881"/>
                </a:cubicBezTo>
                <a:cubicBezTo>
                  <a:pt x="68263" y="18248"/>
                  <a:pt x="68263" y="18248"/>
                  <a:pt x="68263" y="18248"/>
                </a:cubicBezTo>
                <a:cubicBezTo>
                  <a:pt x="68263" y="7820"/>
                  <a:pt x="74738" y="0"/>
                  <a:pt x="85099" y="0"/>
                </a:cubicBezTo>
                <a:close/>
              </a:path>
            </a:pathLst>
          </a:custGeom>
          <a:solidFill>
            <a:srgbClr val="F8C5BD"/>
          </a:solidFill>
          <a:ln>
            <a:noFill/>
          </a:ln>
        </p:spPr>
        <p:txBody>
          <a:bodyPr anchor="ctr"/>
          <a:lstStyle/>
          <a:p>
            <a:pPr algn="ctr"/>
            <a:endParaRPr sz="100">
              <a:ea typeface="字魂36号-正文宋楷" panose="00000500000000000000" charset="-122"/>
              <a:cs typeface="+mn-ea"/>
              <a:sym typeface="+mn-lt"/>
            </a:endParaRPr>
          </a:p>
        </p:txBody>
      </p:sp>
      <p:sp>
        <p:nvSpPr>
          <p:cNvPr id="47" name="îṥļîḑé-Freeform 9"/>
          <p:cNvSpPr/>
          <p:nvPr/>
        </p:nvSpPr>
        <p:spPr bwMode="auto">
          <a:xfrm>
            <a:off x="5260340" y="4877435"/>
            <a:ext cx="568960" cy="421640"/>
          </a:xfrm>
          <a:custGeom>
            <a:avLst/>
            <a:gdLst>
              <a:gd name="connsiteX0" fmla="*/ 31750 w 338138"/>
              <a:gd name="connsiteY0" fmla="*/ 200025 h 258763"/>
              <a:gd name="connsiteX1" fmla="*/ 31750 w 338138"/>
              <a:gd name="connsiteY1" fmla="*/ 227013 h 258763"/>
              <a:gd name="connsiteX2" fmla="*/ 306388 w 338138"/>
              <a:gd name="connsiteY2" fmla="*/ 227013 h 258763"/>
              <a:gd name="connsiteX3" fmla="*/ 306388 w 338138"/>
              <a:gd name="connsiteY3" fmla="*/ 200025 h 258763"/>
              <a:gd name="connsiteX4" fmla="*/ 255588 w 338138"/>
              <a:gd name="connsiteY4" fmla="*/ 85725 h 258763"/>
              <a:gd name="connsiteX5" fmla="*/ 271463 w 338138"/>
              <a:gd name="connsiteY5" fmla="*/ 100013 h 258763"/>
              <a:gd name="connsiteX6" fmla="*/ 255588 w 338138"/>
              <a:gd name="connsiteY6" fmla="*/ 114301 h 258763"/>
              <a:gd name="connsiteX7" fmla="*/ 239713 w 338138"/>
              <a:gd name="connsiteY7" fmla="*/ 100013 h 258763"/>
              <a:gd name="connsiteX8" fmla="*/ 255588 w 338138"/>
              <a:gd name="connsiteY8" fmla="*/ 85725 h 258763"/>
              <a:gd name="connsiteX9" fmla="*/ 83345 w 338138"/>
              <a:gd name="connsiteY9" fmla="*/ 85725 h 258763"/>
              <a:gd name="connsiteX10" fmla="*/ 98427 w 338138"/>
              <a:gd name="connsiteY10" fmla="*/ 100013 h 258763"/>
              <a:gd name="connsiteX11" fmla="*/ 83345 w 338138"/>
              <a:gd name="connsiteY11" fmla="*/ 114301 h 258763"/>
              <a:gd name="connsiteX12" fmla="*/ 68263 w 338138"/>
              <a:gd name="connsiteY12" fmla="*/ 100013 h 258763"/>
              <a:gd name="connsiteX13" fmla="*/ 83345 w 338138"/>
              <a:gd name="connsiteY13" fmla="*/ 85725 h 258763"/>
              <a:gd name="connsiteX14" fmla="*/ 144035 w 338138"/>
              <a:gd name="connsiteY14" fmla="*/ 46037 h 258763"/>
              <a:gd name="connsiteX15" fmla="*/ 159846 w 338138"/>
              <a:gd name="connsiteY15" fmla="*/ 63151 h 258763"/>
              <a:gd name="connsiteX16" fmla="*/ 159846 w 338138"/>
              <a:gd name="connsiteY16" fmla="*/ 84214 h 258763"/>
              <a:gd name="connsiteX17" fmla="*/ 178293 w 338138"/>
              <a:gd name="connsiteY17" fmla="*/ 84214 h 258763"/>
              <a:gd name="connsiteX18" fmla="*/ 178293 w 338138"/>
              <a:gd name="connsiteY18" fmla="*/ 63151 h 258763"/>
              <a:gd name="connsiteX19" fmla="*/ 194105 w 338138"/>
              <a:gd name="connsiteY19" fmla="*/ 46037 h 258763"/>
              <a:gd name="connsiteX20" fmla="*/ 209916 w 338138"/>
              <a:gd name="connsiteY20" fmla="*/ 63151 h 258763"/>
              <a:gd name="connsiteX21" fmla="*/ 209916 w 338138"/>
              <a:gd name="connsiteY21" fmla="*/ 84214 h 258763"/>
              <a:gd name="connsiteX22" fmla="*/ 219140 w 338138"/>
              <a:gd name="connsiteY22" fmla="*/ 84214 h 258763"/>
              <a:gd name="connsiteX23" fmla="*/ 234951 w 338138"/>
              <a:gd name="connsiteY23" fmla="*/ 100012 h 258763"/>
              <a:gd name="connsiteX24" fmla="*/ 219140 w 338138"/>
              <a:gd name="connsiteY24" fmla="*/ 115810 h 258763"/>
              <a:gd name="connsiteX25" fmla="*/ 209916 w 338138"/>
              <a:gd name="connsiteY25" fmla="*/ 115810 h 258763"/>
              <a:gd name="connsiteX26" fmla="*/ 209916 w 338138"/>
              <a:gd name="connsiteY26" fmla="*/ 138189 h 258763"/>
              <a:gd name="connsiteX27" fmla="*/ 194105 w 338138"/>
              <a:gd name="connsiteY27" fmla="*/ 153987 h 258763"/>
              <a:gd name="connsiteX28" fmla="*/ 178293 w 338138"/>
              <a:gd name="connsiteY28" fmla="*/ 138189 h 258763"/>
              <a:gd name="connsiteX29" fmla="*/ 178293 w 338138"/>
              <a:gd name="connsiteY29" fmla="*/ 115810 h 258763"/>
              <a:gd name="connsiteX30" fmla="*/ 159846 w 338138"/>
              <a:gd name="connsiteY30" fmla="*/ 115810 h 258763"/>
              <a:gd name="connsiteX31" fmla="*/ 159846 w 338138"/>
              <a:gd name="connsiteY31" fmla="*/ 138189 h 258763"/>
              <a:gd name="connsiteX32" fmla="*/ 144035 w 338138"/>
              <a:gd name="connsiteY32" fmla="*/ 153987 h 258763"/>
              <a:gd name="connsiteX33" fmla="*/ 128223 w 338138"/>
              <a:gd name="connsiteY33" fmla="*/ 138189 h 258763"/>
              <a:gd name="connsiteX34" fmla="*/ 128223 w 338138"/>
              <a:gd name="connsiteY34" fmla="*/ 115810 h 258763"/>
              <a:gd name="connsiteX35" fmla="*/ 119000 w 338138"/>
              <a:gd name="connsiteY35" fmla="*/ 115810 h 258763"/>
              <a:gd name="connsiteX36" fmla="*/ 103188 w 338138"/>
              <a:gd name="connsiteY36" fmla="*/ 100012 h 258763"/>
              <a:gd name="connsiteX37" fmla="*/ 119000 w 338138"/>
              <a:gd name="connsiteY37" fmla="*/ 84214 h 258763"/>
              <a:gd name="connsiteX38" fmla="*/ 128223 w 338138"/>
              <a:gd name="connsiteY38" fmla="*/ 84214 h 258763"/>
              <a:gd name="connsiteX39" fmla="*/ 128223 w 338138"/>
              <a:gd name="connsiteY39" fmla="*/ 63151 h 258763"/>
              <a:gd name="connsiteX40" fmla="*/ 144035 w 338138"/>
              <a:gd name="connsiteY40" fmla="*/ 46037 h 258763"/>
              <a:gd name="connsiteX41" fmla="*/ 61913 w 338138"/>
              <a:gd name="connsiteY41" fmla="*/ 31750 h 258763"/>
              <a:gd name="connsiteX42" fmla="*/ 61913 w 338138"/>
              <a:gd name="connsiteY42" fmla="*/ 166688 h 258763"/>
              <a:gd name="connsiteX43" fmla="*/ 277813 w 338138"/>
              <a:gd name="connsiteY43" fmla="*/ 166688 h 258763"/>
              <a:gd name="connsiteX44" fmla="*/ 277813 w 338138"/>
              <a:gd name="connsiteY44" fmla="*/ 31750 h 258763"/>
              <a:gd name="connsiteX45" fmla="*/ 44909 w 338138"/>
              <a:gd name="connsiteY45" fmla="*/ 0 h 258763"/>
              <a:gd name="connsiteX46" fmla="*/ 293229 w 338138"/>
              <a:gd name="connsiteY46" fmla="*/ 0 h 258763"/>
              <a:gd name="connsiteX47" fmla="*/ 310400 w 338138"/>
              <a:gd name="connsiteY47" fmla="*/ 15843 h 258763"/>
              <a:gd name="connsiteX48" fmla="*/ 310400 w 338138"/>
              <a:gd name="connsiteY48" fmla="*/ 166348 h 258763"/>
              <a:gd name="connsiteX49" fmla="*/ 322288 w 338138"/>
              <a:gd name="connsiteY49" fmla="*/ 166348 h 258763"/>
              <a:gd name="connsiteX50" fmla="*/ 338138 w 338138"/>
              <a:gd name="connsiteY50" fmla="*/ 182190 h 258763"/>
              <a:gd name="connsiteX51" fmla="*/ 338138 w 338138"/>
              <a:gd name="connsiteY51" fmla="*/ 242920 h 258763"/>
              <a:gd name="connsiteX52" fmla="*/ 322288 w 338138"/>
              <a:gd name="connsiteY52" fmla="*/ 258763 h 258763"/>
              <a:gd name="connsiteX53" fmla="*/ 15850 w 338138"/>
              <a:gd name="connsiteY53" fmla="*/ 258763 h 258763"/>
              <a:gd name="connsiteX54" fmla="*/ 0 w 338138"/>
              <a:gd name="connsiteY54" fmla="*/ 242920 h 258763"/>
              <a:gd name="connsiteX55" fmla="*/ 0 w 338138"/>
              <a:gd name="connsiteY55" fmla="*/ 182190 h 258763"/>
              <a:gd name="connsiteX56" fmla="*/ 15850 w 338138"/>
              <a:gd name="connsiteY56" fmla="*/ 166348 h 258763"/>
              <a:gd name="connsiteX57" fmla="*/ 27738 w 338138"/>
              <a:gd name="connsiteY57" fmla="*/ 166348 h 258763"/>
              <a:gd name="connsiteX58" fmla="*/ 27738 w 338138"/>
              <a:gd name="connsiteY58" fmla="*/ 15843 h 258763"/>
              <a:gd name="connsiteX59" fmla="*/ 44909 w 338138"/>
              <a:gd name="connsiteY59" fmla="*/ 0 h 258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338138" h="258763">
                <a:moveTo>
                  <a:pt x="31750" y="200025"/>
                </a:moveTo>
                <a:lnTo>
                  <a:pt x="31750" y="227013"/>
                </a:lnTo>
                <a:lnTo>
                  <a:pt x="306388" y="227013"/>
                </a:lnTo>
                <a:lnTo>
                  <a:pt x="306388" y="200025"/>
                </a:lnTo>
                <a:close/>
                <a:moveTo>
                  <a:pt x="255588" y="85725"/>
                </a:moveTo>
                <a:cubicBezTo>
                  <a:pt x="264356" y="85725"/>
                  <a:pt x="271463" y="92122"/>
                  <a:pt x="271463" y="100013"/>
                </a:cubicBezTo>
                <a:cubicBezTo>
                  <a:pt x="271463" y="107904"/>
                  <a:pt x="264356" y="114301"/>
                  <a:pt x="255588" y="114301"/>
                </a:cubicBezTo>
                <a:cubicBezTo>
                  <a:pt x="246820" y="114301"/>
                  <a:pt x="239713" y="107904"/>
                  <a:pt x="239713" y="100013"/>
                </a:cubicBezTo>
                <a:cubicBezTo>
                  <a:pt x="239713" y="92122"/>
                  <a:pt x="246820" y="85725"/>
                  <a:pt x="255588" y="85725"/>
                </a:cubicBezTo>
                <a:close/>
                <a:moveTo>
                  <a:pt x="83345" y="85725"/>
                </a:moveTo>
                <a:cubicBezTo>
                  <a:pt x="91675" y="85725"/>
                  <a:pt x="98427" y="92122"/>
                  <a:pt x="98427" y="100013"/>
                </a:cubicBezTo>
                <a:cubicBezTo>
                  <a:pt x="98427" y="107904"/>
                  <a:pt x="91675" y="114301"/>
                  <a:pt x="83345" y="114301"/>
                </a:cubicBezTo>
                <a:cubicBezTo>
                  <a:pt x="75015" y="114301"/>
                  <a:pt x="68263" y="107904"/>
                  <a:pt x="68263" y="100013"/>
                </a:cubicBezTo>
                <a:cubicBezTo>
                  <a:pt x="68263" y="92122"/>
                  <a:pt x="75015" y="85725"/>
                  <a:pt x="83345" y="85725"/>
                </a:cubicBezTo>
                <a:close/>
                <a:moveTo>
                  <a:pt x="144035" y="46037"/>
                </a:moveTo>
                <a:cubicBezTo>
                  <a:pt x="153258" y="46037"/>
                  <a:pt x="159846" y="53936"/>
                  <a:pt x="159846" y="63151"/>
                </a:cubicBezTo>
                <a:cubicBezTo>
                  <a:pt x="159846" y="63151"/>
                  <a:pt x="159846" y="63151"/>
                  <a:pt x="159846" y="84214"/>
                </a:cubicBezTo>
                <a:cubicBezTo>
                  <a:pt x="159846" y="84214"/>
                  <a:pt x="159846" y="84214"/>
                  <a:pt x="178293" y="84214"/>
                </a:cubicBezTo>
                <a:cubicBezTo>
                  <a:pt x="178293" y="84214"/>
                  <a:pt x="178293" y="84214"/>
                  <a:pt x="178293" y="63151"/>
                </a:cubicBezTo>
                <a:cubicBezTo>
                  <a:pt x="178293" y="53936"/>
                  <a:pt x="184881" y="46037"/>
                  <a:pt x="194105" y="46037"/>
                </a:cubicBezTo>
                <a:cubicBezTo>
                  <a:pt x="203328" y="46037"/>
                  <a:pt x="209916" y="53936"/>
                  <a:pt x="209916" y="63151"/>
                </a:cubicBezTo>
                <a:cubicBezTo>
                  <a:pt x="209916" y="63151"/>
                  <a:pt x="209916" y="63151"/>
                  <a:pt x="209916" y="84214"/>
                </a:cubicBezTo>
                <a:cubicBezTo>
                  <a:pt x="209916" y="84214"/>
                  <a:pt x="209916" y="84214"/>
                  <a:pt x="219140" y="84214"/>
                </a:cubicBezTo>
                <a:cubicBezTo>
                  <a:pt x="228363" y="84214"/>
                  <a:pt x="234951" y="90797"/>
                  <a:pt x="234951" y="100012"/>
                </a:cubicBezTo>
                <a:cubicBezTo>
                  <a:pt x="234951" y="109227"/>
                  <a:pt x="228363" y="115810"/>
                  <a:pt x="219140" y="115810"/>
                </a:cubicBezTo>
                <a:cubicBezTo>
                  <a:pt x="219140" y="115810"/>
                  <a:pt x="219140" y="115810"/>
                  <a:pt x="209916" y="115810"/>
                </a:cubicBezTo>
                <a:cubicBezTo>
                  <a:pt x="209916" y="115810"/>
                  <a:pt x="209916" y="115810"/>
                  <a:pt x="209916" y="138189"/>
                </a:cubicBezTo>
                <a:cubicBezTo>
                  <a:pt x="209916" y="146088"/>
                  <a:pt x="203328" y="153987"/>
                  <a:pt x="194105" y="153987"/>
                </a:cubicBezTo>
                <a:cubicBezTo>
                  <a:pt x="184881" y="153987"/>
                  <a:pt x="178293" y="146088"/>
                  <a:pt x="178293" y="138189"/>
                </a:cubicBezTo>
                <a:cubicBezTo>
                  <a:pt x="178293" y="138189"/>
                  <a:pt x="178293" y="138189"/>
                  <a:pt x="178293" y="115810"/>
                </a:cubicBezTo>
                <a:cubicBezTo>
                  <a:pt x="178293" y="115810"/>
                  <a:pt x="178293" y="115810"/>
                  <a:pt x="159846" y="115810"/>
                </a:cubicBezTo>
                <a:cubicBezTo>
                  <a:pt x="159846" y="115810"/>
                  <a:pt x="159846" y="115810"/>
                  <a:pt x="159846" y="138189"/>
                </a:cubicBezTo>
                <a:cubicBezTo>
                  <a:pt x="159846" y="146088"/>
                  <a:pt x="153258" y="153987"/>
                  <a:pt x="144035" y="153987"/>
                </a:cubicBezTo>
                <a:cubicBezTo>
                  <a:pt x="134811" y="153987"/>
                  <a:pt x="128223" y="146088"/>
                  <a:pt x="128223" y="138189"/>
                </a:cubicBezTo>
                <a:cubicBezTo>
                  <a:pt x="128223" y="138189"/>
                  <a:pt x="128223" y="138189"/>
                  <a:pt x="128223" y="115810"/>
                </a:cubicBezTo>
                <a:cubicBezTo>
                  <a:pt x="128223" y="115810"/>
                  <a:pt x="128223" y="115810"/>
                  <a:pt x="119000" y="115810"/>
                </a:cubicBezTo>
                <a:cubicBezTo>
                  <a:pt x="109776" y="115810"/>
                  <a:pt x="103188" y="109227"/>
                  <a:pt x="103188" y="100012"/>
                </a:cubicBezTo>
                <a:cubicBezTo>
                  <a:pt x="103188" y="90797"/>
                  <a:pt x="109776" y="84214"/>
                  <a:pt x="119000" y="84214"/>
                </a:cubicBezTo>
                <a:cubicBezTo>
                  <a:pt x="119000" y="84214"/>
                  <a:pt x="119000" y="84214"/>
                  <a:pt x="128223" y="84214"/>
                </a:cubicBezTo>
                <a:cubicBezTo>
                  <a:pt x="128223" y="84214"/>
                  <a:pt x="128223" y="84214"/>
                  <a:pt x="128223" y="63151"/>
                </a:cubicBezTo>
                <a:cubicBezTo>
                  <a:pt x="128223" y="53936"/>
                  <a:pt x="134811" y="46037"/>
                  <a:pt x="144035" y="46037"/>
                </a:cubicBezTo>
                <a:close/>
                <a:moveTo>
                  <a:pt x="61913" y="31750"/>
                </a:moveTo>
                <a:lnTo>
                  <a:pt x="61913" y="166688"/>
                </a:lnTo>
                <a:lnTo>
                  <a:pt x="277813" y="166688"/>
                </a:lnTo>
                <a:lnTo>
                  <a:pt x="277813" y="31750"/>
                </a:lnTo>
                <a:close/>
                <a:moveTo>
                  <a:pt x="44909" y="0"/>
                </a:moveTo>
                <a:cubicBezTo>
                  <a:pt x="293229" y="0"/>
                  <a:pt x="293229" y="0"/>
                  <a:pt x="293229" y="0"/>
                </a:cubicBezTo>
                <a:cubicBezTo>
                  <a:pt x="302475" y="0"/>
                  <a:pt x="310400" y="6601"/>
                  <a:pt x="310400" y="15843"/>
                </a:cubicBezTo>
                <a:cubicBezTo>
                  <a:pt x="310400" y="166348"/>
                  <a:pt x="310400" y="166348"/>
                  <a:pt x="310400" y="166348"/>
                </a:cubicBezTo>
                <a:cubicBezTo>
                  <a:pt x="322288" y="166348"/>
                  <a:pt x="322288" y="166348"/>
                  <a:pt x="322288" y="166348"/>
                </a:cubicBezTo>
                <a:cubicBezTo>
                  <a:pt x="331534" y="166348"/>
                  <a:pt x="338138" y="174269"/>
                  <a:pt x="338138" y="182190"/>
                </a:cubicBezTo>
                <a:cubicBezTo>
                  <a:pt x="338138" y="242920"/>
                  <a:pt x="338138" y="242920"/>
                  <a:pt x="338138" y="242920"/>
                </a:cubicBezTo>
                <a:cubicBezTo>
                  <a:pt x="338138" y="252162"/>
                  <a:pt x="331534" y="258763"/>
                  <a:pt x="322288" y="258763"/>
                </a:cubicBezTo>
                <a:cubicBezTo>
                  <a:pt x="15850" y="258763"/>
                  <a:pt x="15850" y="258763"/>
                  <a:pt x="15850" y="258763"/>
                </a:cubicBezTo>
                <a:cubicBezTo>
                  <a:pt x="6604" y="258763"/>
                  <a:pt x="0" y="252162"/>
                  <a:pt x="0" y="242920"/>
                </a:cubicBezTo>
                <a:cubicBezTo>
                  <a:pt x="0" y="182190"/>
                  <a:pt x="0" y="182190"/>
                  <a:pt x="0" y="182190"/>
                </a:cubicBezTo>
                <a:cubicBezTo>
                  <a:pt x="0" y="174269"/>
                  <a:pt x="6604" y="166348"/>
                  <a:pt x="15850" y="166348"/>
                </a:cubicBezTo>
                <a:cubicBezTo>
                  <a:pt x="27738" y="166348"/>
                  <a:pt x="27738" y="166348"/>
                  <a:pt x="27738" y="166348"/>
                </a:cubicBezTo>
                <a:cubicBezTo>
                  <a:pt x="27738" y="15843"/>
                  <a:pt x="27738" y="15843"/>
                  <a:pt x="27738" y="15843"/>
                </a:cubicBezTo>
                <a:cubicBezTo>
                  <a:pt x="27738" y="6601"/>
                  <a:pt x="35663" y="0"/>
                  <a:pt x="44909" y="0"/>
                </a:cubicBezTo>
                <a:close/>
              </a:path>
            </a:pathLst>
          </a:custGeom>
          <a:solidFill>
            <a:srgbClr val="F8C5BD"/>
          </a:solidFill>
          <a:ln>
            <a:noFill/>
          </a:ln>
        </p:spPr>
        <p:txBody>
          <a:bodyPr anchor="ctr"/>
          <a:lstStyle/>
          <a:p>
            <a:pPr algn="ctr"/>
            <a:endParaRPr sz="100">
              <a:ea typeface="字魂36号-正文宋楷" panose="00000500000000000000" charset="-122"/>
              <a:cs typeface="+mn-ea"/>
              <a:sym typeface="+mn-lt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1680279" y="1705250"/>
            <a:ext cx="3536488" cy="3804831"/>
            <a:chOff x="-1846320" y="1505604"/>
            <a:chExt cx="2362837" cy="2542125"/>
          </a:xfrm>
          <a:solidFill>
            <a:srgbClr val="F8C5BD"/>
          </a:solidFill>
        </p:grpSpPr>
        <p:sp>
          <p:nvSpPr>
            <p:cNvPr id="51" name="Freeform 7"/>
            <p:cNvSpPr/>
            <p:nvPr/>
          </p:nvSpPr>
          <p:spPr bwMode="auto">
            <a:xfrm rot="2707862">
              <a:off x="-1779512" y="1505604"/>
              <a:ext cx="1111710" cy="1111709"/>
            </a:xfrm>
            <a:custGeom>
              <a:avLst/>
              <a:gdLst>
                <a:gd name="T0" fmla="*/ 183 w 819"/>
                <a:gd name="T1" fmla="*/ 216 h 819"/>
                <a:gd name="T2" fmla="*/ 256 w 819"/>
                <a:gd name="T3" fmla="*/ 180 h 819"/>
                <a:gd name="T4" fmla="*/ 217 w 819"/>
                <a:gd name="T5" fmla="*/ 88 h 819"/>
                <a:gd name="T6" fmla="*/ 385 w 819"/>
                <a:gd name="T7" fmla="*/ 88 h 819"/>
                <a:gd name="T8" fmla="*/ 347 w 819"/>
                <a:gd name="T9" fmla="*/ 180 h 819"/>
                <a:gd name="T10" fmla="*/ 420 w 819"/>
                <a:gd name="T11" fmla="*/ 216 h 819"/>
                <a:gd name="T12" fmla="*/ 603 w 819"/>
                <a:gd name="T13" fmla="*/ 216 h 819"/>
                <a:gd name="T14" fmla="*/ 603 w 819"/>
                <a:gd name="T15" fmla="*/ 399 h 819"/>
                <a:gd name="T16" fmla="*/ 638 w 819"/>
                <a:gd name="T17" fmla="*/ 472 h 819"/>
                <a:gd name="T18" fmla="*/ 731 w 819"/>
                <a:gd name="T19" fmla="*/ 433 h 819"/>
                <a:gd name="T20" fmla="*/ 731 w 819"/>
                <a:gd name="T21" fmla="*/ 601 h 819"/>
                <a:gd name="T22" fmla="*/ 638 w 819"/>
                <a:gd name="T23" fmla="*/ 563 h 819"/>
                <a:gd name="T24" fmla="*/ 603 w 819"/>
                <a:gd name="T25" fmla="*/ 636 h 819"/>
                <a:gd name="T26" fmla="*/ 603 w 819"/>
                <a:gd name="T27" fmla="*/ 819 h 819"/>
                <a:gd name="T28" fmla="*/ 420 w 819"/>
                <a:gd name="T29" fmla="*/ 819 h 819"/>
                <a:gd name="T30" fmla="*/ 347 w 819"/>
                <a:gd name="T31" fmla="*/ 784 h 819"/>
                <a:gd name="T32" fmla="*/ 385 w 819"/>
                <a:gd name="T33" fmla="*/ 691 h 819"/>
                <a:gd name="T34" fmla="*/ 217 w 819"/>
                <a:gd name="T35" fmla="*/ 691 h 819"/>
                <a:gd name="T36" fmla="*/ 256 w 819"/>
                <a:gd name="T37" fmla="*/ 784 h 819"/>
                <a:gd name="T38" fmla="*/ 183 w 819"/>
                <a:gd name="T39" fmla="*/ 819 h 819"/>
                <a:gd name="T40" fmla="*/ 0 w 819"/>
                <a:gd name="T41" fmla="*/ 819 h 819"/>
                <a:gd name="T42" fmla="*/ 0 w 819"/>
                <a:gd name="T43" fmla="*/ 636 h 819"/>
                <a:gd name="T44" fmla="*/ 35 w 819"/>
                <a:gd name="T45" fmla="*/ 563 h 819"/>
                <a:gd name="T46" fmla="*/ 128 w 819"/>
                <a:gd name="T47" fmla="*/ 601 h 819"/>
                <a:gd name="T48" fmla="*/ 128 w 819"/>
                <a:gd name="T49" fmla="*/ 433 h 819"/>
                <a:gd name="T50" fmla="*/ 35 w 819"/>
                <a:gd name="T51" fmla="*/ 472 h 819"/>
                <a:gd name="T52" fmla="*/ 0 w 819"/>
                <a:gd name="T53" fmla="*/ 399 h 819"/>
                <a:gd name="T54" fmla="*/ 0 w 819"/>
                <a:gd name="T55" fmla="*/ 216 h 819"/>
                <a:gd name="T56" fmla="*/ 183 w 819"/>
                <a:gd name="T57" fmla="*/ 216 h 8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9" h="819">
                  <a:moveTo>
                    <a:pt x="183" y="216"/>
                  </a:moveTo>
                  <a:cubicBezTo>
                    <a:pt x="249" y="216"/>
                    <a:pt x="264" y="200"/>
                    <a:pt x="256" y="180"/>
                  </a:cubicBezTo>
                  <a:cubicBezTo>
                    <a:pt x="239" y="144"/>
                    <a:pt x="209" y="139"/>
                    <a:pt x="217" y="88"/>
                  </a:cubicBezTo>
                  <a:cubicBezTo>
                    <a:pt x="231" y="0"/>
                    <a:pt x="372" y="0"/>
                    <a:pt x="385" y="88"/>
                  </a:cubicBezTo>
                  <a:cubicBezTo>
                    <a:pt x="393" y="139"/>
                    <a:pt x="364" y="144"/>
                    <a:pt x="347" y="180"/>
                  </a:cubicBezTo>
                  <a:cubicBezTo>
                    <a:pt x="338" y="200"/>
                    <a:pt x="354" y="216"/>
                    <a:pt x="420" y="216"/>
                  </a:cubicBezTo>
                  <a:cubicBezTo>
                    <a:pt x="603" y="216"/>
                    <a:pt x="603" y="216"/>
                    <a:pt x="603" y="216"/>
                  </a:cubicBezTo>
                  <a:cubicBezTo>
                    <a:pt x="603" y="399"/>
                    <a:pt x="603" y="399"/>
                    <a:pt x="603" y="399"/>
                  </a:cubicBezTo>
                  <a:cubicBezTo>
                    <a:pt x="603" y="465"/>
                    <a:pt x="619" y="480"/>
                    <a:pt x="638" y="472"/>
                  </a:cubicBezTo>
                  <a:cubicBezTo>
                    <a:pt x="675" y="455"/>
                    <a:pt x="680" y="425"/>
                    <a:pt x="731" y="433"/>
                  </a:cubicBezTo>
                  <a:cubicBezTo>
                    <a:pt x="819" y="447"/>
                    <a:pt x="819" y="588"/>
                    <a:pt x="731" y="601"/>
                  </a:cubicBezTo>
                  <a:cubicBezTo>
                    <a:pt x="680" y="610"/>
                    <a:pt x="675" y="580"/>
                    <a:pt x="638" y="563"/>
                  </a:cubicBezTo>
                  <a:cubicBezTo>
                    <a:pt x="619" y="554"/>
                    <a:pt x="603" y="570"/>
                    <a:pt x="603" y="636"/>
                  </a:cubicBezTo>
                  <a:cubicBezTo>
                    <a:pt x="603" y="819"/>
                    <a:pt x="603" y="819"/>
                    <a:pt x="603" y="819"/>
                  </a:cubicBezTo>
                  <a:cubicBezTo>
                    <a:pt x="420" y="819"/>
                    <a:pt x="420" y="819"/>
                    <a:pt x="420" y="819"/>
                  </a:cubicBezTo>
                  <a:cubicBezTo>
                    <a:pt x="354" y="819"/>
                    <a:pt x="338" y="803"/>
                    <a:pt x="347" y="784"/>
                  </a:cubicBezTo>
                  <a:cubicBezTo>
                    <a:pt x="364" y="747"/>
                    <a:pt x="393" y="742"/>
                    <a:pt x="385" y="691"/>
                  </a:cubicBezTo>
                  <a:cubicBezTo>
                    <a:pt x="372" y="603"/>
                    <a:pt x="231" y="603"/>
                    <a:pt x="217" y="691"/>
                  </a:cubicBezTo>
                  <a:cubicBezTo>
                    <a:pt x="209" y="742"/>
                    <a:pt x="239" y="747"/>
                    <a:pt x="256" y="784"/>
                  </a:cubicBezTo>
                  <a:cubicBezTo>
                    <a:pt x="264" y="803"/>
                    <a:pt x="249" y="819"/>
                    <a:pt x="183" y="819"/>
                  </a:cubicBezTo>
                  <a:cubicBezTo>
                    <a:pt x="0" y="819"/>
                    <a:pt x="0" y="819"/>
                    <a:pt x="0" y="819"/>
                  </a:cubicBezTo>
                  <a:cubicBezTo>
                    <a:pt x="0" y="636"/>
                    <a:pt x="0" y="636"/>
                    <a:pt x="0" y="636"/>
                  </a:cubicBezTo>
                  <a:cubicBezTo>
                    <a:pt x="0" y="570"/>
                    <a:pt x="16" y="554"/>
                    <a:pt x="35" y="563"/>
                  </a:cubicBezTo>
                  <a:cubicBezTo>
                    <a:pt x="72" y="580"/>
                    <a:pt x="76" y="610"/>
                    <a:pt x="128" y="601"/>
                  </a:cubicBezTo>
                  <a:cubicBezTo>
                    <a:pt x="216" y="588"/>
                    <a:pt x="216" y="447"/>
                    <a:pt x="128" y="433"/>
                  </a:cubicBezTo>
                  <a:cubicBezTo>
                    <a:pt x="76" y="425"/>
                    <a:pt x="72" y="455"/>
                    <a:pt x="35" y="472"/>
                  </a:cubicBezTo>
                  <a:cubicBezTo>
                    <a:pt x="16" y="480"/>
                    <a:pt x="0" y="465"/>
                    <a:pt x="0" y="399"/>
                  </a:cubicBezTo>
                  <a:cubicBezTo>
                    <a:pt x="0" y="216"/>
                    <a:pt x="0" y="216"/>
                    <a:pt x="0" y="216"/>
                  </a:cubicBezTo>
                  <a:lnTo>
                    <a:pt x="183" y="216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vert="horz" wrap="square" lIns="91456" tIns="45728" rIns="91456" bIns="45728" numCol="1" anchor="t" anchorCtr="0" compatLnSpc="1"/>
            <a:lstStyle/>
            <a:p>
              <a:endParaRPr lang="id-ID" sz="100">
                <a:ea typeface="字魂36号-正文宋楷" panose="00000500000000000000" charset="-122"/>
                <a:cs typeface="+mn-ea"/>
                <a:sym typeface="+mn-lt"/>
              </a:endParaRPr>
            </a:p>
          </p:txBody>
        </p:sp>
        <p:grpSp>
          <p:nvGrpSpPr>
            <p:cNvPr id="52" name="组合 51"/>
            <p:cNvGrpSpPr/>
            <p:nvPr/>
          </p:nvGrpSpPr>
          <p:grpSpPr>
            <a:xfrm>
              <a:off x="-1846320" y="2451704"/>
              <a:ext cx="2362837" cy="1596025"/>
              <a:chOff x="-1846320" y="2451704"/>
              <a:chExt cx="2362837" cy="1596025"/>
            </a:xfrm>
            <a:grpFill/>
          </p:grpSpPr>
          <p:sp>
            <p:nvSpPr>
              <p:cNvPr id="53" name="Freeform 7"/>
              <p:cNvSpPr/>
              <p:nvPr/>
            </p:nvSpPr>
            <p:spPr bwMode="auto">
              <a:xfrm rot="20889290">
                <a:off x="-595193" y="2451704"/>
                <a:ext cx="1111710" cy="1111709"/>
              </a:xfrm>
              <a:custGeom>
                <a:avLst/>
                <a:gdLst>
                  <a:gd name="T0" fmla="*/ 183 w 819"/>
                  <a:gd name="T1" fmla="*/ 216 h 819"/>
                  <a:gd name="T2" fmla="*/ 256 w 819"/>
                  <a:gd name="T3" fmla="*/ 180 h 819"/>
                  <a:gd name="T4" fmla="*/ 217 w 819"/>
                  <a:gd name="T5" fmla="*/ 88 h 819"/>
                  <a:gd name="T6" fmla="*/ 385 w 819"/>
                  <a:gd name="T7" fmla="*/ 88 h 819"/>
                  <a:gd name="T8" fmla="*/ 347 w 819"/>
                  <a:gd name="T9" fmla="*/ 180 h 819"/>
                  <a:gd name="T10" fmla="*/ 420 w 819"/>
                  <a:gd name="T11" fmla="*/ 216 h 819"/>
                  <a:gd name="T12" fmla="*/ 603 w 819"/>
                  <a:gd name="T13" fmla="*/ 216 h 819"/>
                  <a:gd name="T14" fmla="*/ 603 w 819"/>
                  <a:gd name="T15" fmla="*/ 399 h 819"/>
                  <a:gd name="T16" fmla="*/ 638 w 819"/>
                  <a:gd name="T17" fmla="*/ 472 h 819"/>
                  <a:gd name="T18" fmla="*/ 731 w 819"/>
                  <a:gd name="T19" fmla="*/ 433 h 819"/>
                  <a:gd name="T20" fmla="*/ 731 w 819"/>
                  <a:gd name="T21" fmla="*/ 601 h 819"/>
                  <a:gd name="T22" fmla="*/ 638 w 819"/>
                  <a:gd name="T23" fmla="*/ 563 h 819"/>
                  <a:gd name="T24" fmla="*/ 603 w 819"/>
                  <a:gd name="T25" fmla="*/ 636 h 819"/>
                  <a:gd name="T26" fmla="*/ 603 w 819"/>
                  <a:gd name="T27" fmla="*/ 819 h 819"/>
                  <a:gd name="T28" fmla="*/ 420 w 819"/>
                  <a:gd name="T29" fmla="*/ 819 h 819"/>
                  <a:gd name="T30" fmla="*/ 347 w 819"/>
                  <a:gd name="T31" fmla="*/ 784 h 819"/>
                  <a:gd name="T32" fmla="*/ 385 w 819"/>
                  <a:gd name="T33" fmla="*/ 691 h 819"/>
                  <a:gd name="T34" fmla="*/ 217 w 819"/>
                  <a:gd name="T35" fmla="*/ 691 h 819"/>
                  <a:gd name="T36" fmla="*/ 256 w 819"/>
                  <a:gd name="T37" fmla="*/ 784 h 819"/>
                  <a:gd name="T38" fmla="*/ 183 w 819"/>
                  <a:gd name="T39" fmla="*/ 819 h 819"/>
                  <a:gd name="T40" fmla="*/ 0 w 819"/>
                  <a:gd name="T41" fmla="*/ 819 h 819"/>
                  <a:gd name="T42" fmla="*/ 0 w 819"/>
                  <a:gd name="T43" fmla="*/ 636 h 819"/>
                  <a:gd name="T44" fmla="*/ 35 w 819"/>
                  <a:gd name="T45" fmla="*/ 563 h 819"/>
                  <a:gd name="T46" fmla="*/ 128 w 819"/>
                  <a:gd name="T47" fmla="*/ 601 h 819"/>
                  <a:gd name="T48" fmla="*/ 128 w 819"/>
                  <a:gd name="T49" fmla="*/ 433 h 819"/>
                  <a:gd name="T50" fmla="*/ 35 w 819"/>
                  <a:gd name="T51" fmla="*/ 472 h 819"/>
                  <a:gd name="T52" fmla="*/ 0 w 819"/>
                  <a:gd name="T53" fmla="*/ 399 h 819"/>
                  <a:gd name="T54" fmla="*/ 0 w 819"/>
                  <a:gd name="T55" fmla="*/ 216 h 819"/>
                  <a:gd name="T56" fmla="*/ 183 w 819"/>
                  <a:gd name="T57" fmla="*/ 216 h 8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819" h="819">
                    <a:moveTo>
                      <a:pt x="183" y="216"/>
                    </a:moveTo>
                    <a:cubicBezTo>
                      <a:pt x="249" y="216"/>
                      <a:pt x="264" y="200"/>
                      <a:pt x="256" y="180"/>
                    </a:cubicBezTo>
                    <a:cubicBezTo>
                      <a:pt x="239" y="144"/>
                      <a:pt x="209" y="139"/>
                      <a:pt x="217" y="88"/>
                    </a:cubicBezTo>
                    <a:cubicBezTo>
                      <a:pt x="231" y="0"/>
                      <a:pt x="372" y="0"/>
                      <a:pt x="385" y="88"/>
                    </a:cubicBezTo>
                    <a:cubicBezTo>
                      <a:pt x="393" y="139"/>
                      <a:pt x="364" y="144"/>
                      <a:pt x="347" y="180"/>
                    </a:cubicBezTo>
                    <a:cubicBezTo>
                      <a:pt x="338" y="200"/>
                      <a:pt x="354" y="216"/>
                      <a:pt x="420" y="216"/>
                    </a:cubicBezTo>
                    <a:cubicBezTo>
                      <a:pt x="603" y="216"/>
                      <a:pt x="603" y="216"/>
                      <a:pt x="603" y="216"/>
                    </a:cubicBezTo>
                    <a:cubicBezTo>
                      <a:pt x="603" y="399"/>
                      <a:pt x="603" y="399"/>
                      <a:pt x="603" y="399"/>
                    </a:cubicBezTo>
                    <a:cubicBezTo>
                      <a:pt x="603" y="465"/>
                      <a:pt x="619" y="480"/>
                      <a:pt x="638" y="472"/>
                    </a:cubicBezTo>
                    <a:cubicBezTo>
                      <a:pt x="675" y="455"/>
                      <a:pt x="680" y="425"/>
                      <a:pt x="731" y="433"/>
                    </a:cubicBezTo>
                    <a:cubicBezTo>
                      <a:pt x="819" y="447"/>
                      <a:pt x="819" y="588"/>
                      <a:pt x="731" y="601"/>
                    </a:cubicBezTo>
                    <a:cubicBezTo>
                      <a:pt x="680" y="610"/>
                      <a:pt x="675" y="580"/>
                      <a:pt x="638" y="563"/>
                    </a:cubicBezTo>
                    <a:cubicBezTo>
                      <a:pt x="619" y="554"/>
                      <a:pt x="603" y="570"/>
                      <a:pt x="603" y="636"/>
                    </a:cubicBezTo>
                    <a:cubicBezTo>
                      <a:pt x="603" y="819"/>
                      <a:pt x="603" y="819"/>
                      <a:pt x="603" y="819"/>
                    </a:cubicBezTo>
                    <a:cubicBezTo>
                      <a:pt x="420" y="819"/>
                      <a:pt x="420" y="819"/>
                      <a:pt x="420" y="819"/>
                    </a:cubicBezTo>
                    <a:cubicBezTo>
                      <a:pt x="354" y="819"/>
                      <a:pt x="338" y="803"/>
                      <a:pt x="347" y="784"/>
                    </a:cubicBezTo>
                    <a:cubicBezTo>
                      <a:pt x="364" y="747"/>
                      <a:pt x="393" y="742"/>
                      <a:pt x="385" y="691"/>
                    </a:cubicBezTo>
                    <a:cubicBezTo>
                      <a:pt x="372" y="603"/>
                      <a:pt x="231" y="603"/>
                      <a:pt x="217" y="691"/>
                    </a:cubicBezTo>
                    <a:cubicBezTo>
                      <a:pt x="209" y="742"/>
                      <a:pt x="239" y="747"/>
                      <a:pt x="256" y="784"/>
                    </a:cubicBezTo>
                    <a:cubicBezTo>
                      <a:pt x="264" y="803"/>
                      <a:pt x="249" y="819"/>
                      <a:pt x="183" y="819"/>
                    </a:cubicBezTo>
                    <a:cubicBezTo>
                      <a:pt x="0" y="819"/>
                      <a:pt x="0" y="819"/>
                      <a:pt x="0" y="819"/>
                    </a:cubicBezTo>
                    <a:cubicBezTo>
                      <a:pt x="0" y="636"/>
                      <a:pt x="0" y="636"/>
                      <a:pt x="0" y="636"/>
                    </a:cubicBezTo>
                    <a:cubicBezTo>
                      <a:pt x="0" y="570"/>
                      <a:pt x="16" y="554"/>
                      <a:pt x="35" y="563"/>
                    </a:cubicBezTo>
                    <a:cubicBezTo>
                      <a:pt x="72" y="580"/>
                      <a:pt x="76" y="610"/>
                      <a:pt x="128" y="601"/>
                    </a:cubicBezTo>
                    <a:cubicBezTo>
                      <a:pt x="216" y="588"/>
                      <a:pt x="216" y="447"/>
                      <a:pt x="128" y="433"/>
                    </a:cubicBezTo>
                    <a:cubicBezTo>
                      <a:pt x="76" y="425"/>
                      <a:pt x="72" y="455"/>
                      <a:pt x="35" y="472"/>
                    </a:cubicBezTo>
                    <a:cubicBezTo>
                      <a:pt x="16" y="480"/>
                      <a:pt x="0" y="465"/>
                      <a:pt x="0" y="399"/>
                    </a:cubicBezTo>
                    <a:cubicBezTo>
                      <a:pt x="0" y="216"/>
                      <a:pt x="0" y="216"/>
                      <a:pt x="0" y="216"/>
                    </a:cubicBezTo>
                    <a:lnTo>
                      <a:pt x="183" y="216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vert="horz" wrap="square" lIns="91456" tIns="45728" rIns="91456" bIns="45728" numCol="1" anchor="t" anchorCtr="0" compatLnSpc="1"/>
              <a:lstStyle/>
              <a:p>
                <a:endParaRPr lang="id-ID" sz="100">
                  <a:ea typeface="字魂36号-正文宋楷" panose="00000500000000000000" charset="-122"/>
                  <a:cs typeface="+mn-ea"/>
                  <a:sym typeface="+mn-lt"/>
                </a:endParaRPr>
              </a:p>
            </p:txBody>
          </p:sp>
          <p:sp>
            <p:nvSpPr>
              <p:cNvPr id="54" name="Freeform 7"/>
              <p:cNvSpPr/>
              <p:nvPr/>
            </p:nvSpPr>
            <p:spPr bwMode="auto">
              <a:xfrm rot="1460867">
                <a:off x="-1809745" y="3283624"/>
                <a:ext cx="764105" cy="764105"/>
              </a:xfrm>
              <a:custGeom>
                <a:avLst/>
                <a:gdLst>
                  <a:gd name="T0" fmla="*/ 183 w 819"/>
                  <a:gd name="T1" fmla="*/ 216 h 819"/>
                  <a:gd name="T2" fmla="*/ 256 w 819"/>
                  <a:gd name="T3" fmla="*/ 180 h 819"/>
                  <a:gd name="T4" fmla="*/ 217 w 819"/>
                  <a:gd name="T5" fmla="*/ 88 h 819"/>
                  <a:gd name="T6" fmla="*/ 385 w 819"/>
                  <a:gd name="T7" fmla="*/ 88 h 819"/>
                  <a:gd name="T8" fmla="*/ 347 w 819"/>
                  <a:gd name="T9" fmla="*/ 180 h 819"/>
                  <a:gd name="T10" fmla="*/ 420 w 819"/>
                  <a:gd name="T11" fmla="*/ 216 h 819"/>
                  <a:gd name="T12" fmla="*/ 603 w 819"/>
                  <a:gd name="T13" fmla="*/ 216 h 819"/>
                  <a:gd name="T14" fmla="*/ 603 w 819"/>
                  <a:gd name="T15" fmla="*/ 399 h 819"/>
                  <a:gd name="T16" fmla="*/ 638 w 819"/>
                  <a:gd name="T17" fmla="*/ 472 h 819"/>
                  <a:gd name="T18" fmla="*/ 731 w 819"/>
                  <a:gd name="T19" fmla="*/ 433 h 819"/>
                  <a:gd name="T20" fmla="*/ 731 w 819"/>
                  <a:gd name="T21" fmla="*/ 601 h 819"/>
                  <a:gd name="T22" fmla="*/ 638 w 819"/>
                  <a:gd name="T23" fmla="*/ 563 h 819"/>
                  <a:gd name="T24" fmla="*/ 603 w 819"/>
                  <a:gd name="T25" fmla="*/ 636 h 819"/>
                  <a:gd name="T26" fmla="*/ 603 w 819"/>
                  <a:gd name="T27" fmla="*/ 819 h 819"/>
                  <a:gd name="T28" fmla="*/ 420 w 819"/>
                  <a:gd name="T29" fmla="*/ 819 h 819"/>
                  <a:gd name="T30" fmla="*/ 347 w 819"/>
                  <a:gd name="T31" fmla="*/ 784 h 819"/>
                  <a:gd name="T32" fmla="*/ 385 w 819"/>
                  <a:gd name="T33" fmla="*/ 691 h 819"/>
                  <a:gd name="T34" fmla="*/ 217 w 819"/>
                  <a:gd name="T35" fmla="*/ 691 h 819"/>
                  <a:gd name="T36" fmla="*/ 256 w 819"/>
                  <a:gd name="T37" fmla="*/ 784 h 819"/>
                  <a:gd name="T38" fmla="*/ 183 w 819"/>
                  <a:gd name="T39" fmla="*/ 819 h 819"/>
                  <a:gd name="T40" fmla="*/ 0 w 819"/>
                  <a:gd name="T41" fmla="*/ 819 h 819"/>
                  <a:gd name="T42" fmla="*/ 0 w 819"/>
                  <a:gd name="T43" fmla="*/ 636 h 819"/>
                  <a:gd name="T44" fmla="*/ 35 w 819"/>
                  <a:gd name="T45" fmla="*/ 563 h 819"/>
                  <a:gd name="T46" fmla="*/ 128 w 819"/>
                  <a:gd name="T47" fmla="*/ 601 h 819"/>
                  <a:gd name="T48" fmla="*/ 128 w 819"/>
                  <a:gd name="T49" fmla="*/ 433 h 819"/>
                  <a:gd name="T50" fmla="*/ 35 w 819"/>
                  <a:gd name="T51" fmla="*/ 472 h 819"/>
                  <a:gd name="T52" fmla="*/ 0 w 819"/>
                  <a:gd name="T53" fmla="*/ 399 h 819"/>
                  <a:gd name="T54" fmla="*/ 0 w 819"/>
                  <a:gd name="T55" fmla="*/ 216 h 819"/>
                  <a:gd name="T56" fmla="*/ 183 w 819"/>
                  <a:gd name="T57" fmla="*/ 216 h 8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819" h="819">
                    <a:moveTo>
                      <a:pt x="183" y="216"/>
                    </a:moveTo>
                    <a:cubicBezTo>
                      <a:pt x="249" y="216"/>
                      <a:pt x="264" y="200"/>
                      <a:pt x="256" y="180"/>
                    </a:cubicBezTo>
                    <a:cubicBezTo>
                      <a:pt x="239" y="144"/>
                      <a:pt x="209" y="139"/>
                      <a:pt x="217" y="88"/>
                    </a:cubicBezTo>
                    <a:cubicBezTo>
                      <a:pt x="231" y="0"/>
                      <a:pt x="372" y="0"/>
                      <a:pt x="385" y="88"/>
                    </a:cubicBezTo>
                    <a:cubicBezTo>
                      <a:pt x="393" y="139"/>
                      <a:pt x="364" y="144"/>
                      <a:pt x="347" y="180"/>
                    </a:cubicBezTo>
                    <a:cubicBezTo>
                      <a:pt x="338" y="200"/>
                      <a:pt x="354" y="216"/>
                      <a:pt x="420" y="216"/>
                    </a:cubicBezTo>
                    <a:cubicBezTo>
                      <a:pt x="603" y="216"/>
                      <a:pt x="603" y="216"/>
                      <a:pt x="603" y="216"/>
                    </a:cubicBezTo>
                    <a:cubicBezTo>
                      <a:pt x="603" y="399"/>
                      <a:pt x="603" y="399"/>
                      <a:pt x="603" y="399"/>
                    </a:cubicBezTo>
                    <a:cubicBezTo>
                      <a:pt x="603" y="465"/>
                      <a:pt x="619" y="480"/>
                      <a:pt x="638" y="472"/>
                    </a:cubicBezTo>
                    <a:cubicBezTo>
                      <a:pt x="675" y="455"/>
                      <a:pt x="680" y="425"/>
                      <a:pt x="731" y="433"/>
                    </a:cubicBezTo>
                    <a:cubicBezTo>
                      <a:pt x="819" y="447"/>
                      <a:pt x="819" y="588"/>
                      <a:pt x="731" y="601"/>
                    </a:cubicBezTo>
                    <a:cubicBezTo>
                      <a:pt x="680" y="610"/>
                      <a:pt x="675" y="580"/>
                      <a:pt x="638" y="563"/>
                    </a:cubicBezTo>
                    <a:cubicBezTo>
                      <a:pt x="619" y="554"/>
                      <a:pt x="603" y="570"/>
                      <a:pt x="603" y="636"/>
                    </a:cubicBezTo>
                    <a:cubicBezTo>
                      <a:pt x="603" y="819"/>
                      <a:pt x="603" y="819"/>
                      <a:pt x="603" y="819"/>
                    </a:cubicBezTo>
                    <a:cubicBezTo>
                      <a:pt x="420" y="819"/>
                      <a:pt x="420" y="819"/>
                      <a:pt x="420" y="819"/>
                    </a:cubicBezTo>
                    <a:cubicBezTo>
                      <a:pt x="354" y="819"/>
                      <a:pt x="338" y="803"/>
                      <a:pt x="347" y="784"/>
                    </a:cubicBezTo>
                    <a:cubicBezTo>
                      <a:pt x="364" y="747"/>
                      <a:pt x="393" y="742"/>
                      <a:pt x="385" y="691"/>
                    </a:cubicBezTo>
                    <a:cubicBezTo>
                      <a:pt x="372" y="603"/>
                      <a:pt x="231" y="603"/>
                      <a:pt x="217" y="691"/>
                    </a:cubicBezTo>
                    <a:cubicBezTo>
                      <a:pt x="209" y="742"/>
                      <a:pt x="239" y="747"/>
                      <a:pt x="256" y="784"/>
                    </a:cubicBezTo>
                    <a:cubicBezTo>
                      <a:pt x="264" y="803"/>
                      <a:pt x="249" y="819"/>
                      <a:pt x="183" y="819"/>
                    </a:cubicBezTo>
                    <a:cubicBezTo>
                      <a:pt x="0" y="819"/>
                      <a:pt x="0" y="819"/>
                      <a:pt x="0" y="819"/>
                    </a:cubicBezTo>
                    <a:cubicBezTo>
                      <a:pt x="0" y="636"/>
                      <a:pt x="0" y="636"/>
                      <a:pt x="0" y="636"/>
                    </a:cubicBezTo>
                    <a:cubicBezTo>
                      <a:pt x="0" y="570"/>
                      <a:pt x="16" y="554"/>
                      <a:pt x="35" y="563"/>
                    </a:cubicBezTo>
                    <a:cubicBezTo>
                      <a:pt x="72" y="580"/>
                      <a:pt x="76" y="610"/>
                      <a:pt x="128" y="601"/>
                    </a:cubicBezTo>
                    <a:cubicBezTo>
                      <a:pt x="216" y="588"/>
                      <a:pt x="216" y="447"/>
                      <a:pt x="128" y="433"/>
                    </a:cubicBezTo>
                    <a:cubicBezTo>
                      <a:pt x="76" y="425"/>
                      <a:pt x="72" y="455"/>
                      <a:pt x="35" y="472"/>
                    </a:cubicBezTo>
                    <a:cubicBezTo>
                      <a:pt x="16" y="480"/>
                      <a:pt x="0" y="465"/>
                      <a:pt x="0" y="399"/>
                    </a:cubicBezTo>
                    <a:cubicBezTo>
                      <a:pt x="0" y="216"/>
                      <a:pt x="0" y="216"/>
                      <a:pt x="0" y="216"/>
                    </a:cubicBezTo>
                    <a:lnTo>
                      <a:pt x="183" y="216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vert="horz" wrap="square" lIns="91456" tIns="45728" rIns="91456" bIns="45728" numCol="1" anchor="t" anchorCtr="0" compatLnSpc="1"/>
              <a:lstStyle/>
              <a:p>
                <a:endParaRPr lang="id-ID" sz="100">
                  <a:ea typeface="字魂36号-正文宋楷" panose="00000500000000000000" charset="-122"/>
                  <a:cs typeface="+mn-ea"/>
                  <a:sym typeface="+mn-lt"/>
                </a:endParaRPr>
              </a:p>
            </p:txBody>
          </p:sp>
          <p:sp>
            <p:nvSpPr>
              <p:cNvPr id="55" name="Freeform 7"/>
              <p:cNvSpPr/>
              <p:nvPr/>
            </p:nvSpPr>
            <p:spPr bwMode="auto">
              <a:xfrm rot="2598298">
                <a:off x="-1150290" y="2817260"/>
                <a:ext cx="470486" cy="470485"/>
              </a:xfrm>
              <a:custGeom>
                <a:avLst/>
                <a:gdLst>
                  <a:gd name="T0" fmla="*/ 183 w 819"/>
                  <a:gd name="T1" fmla="*/ 216 h 819"/>
                  <a:gd name="T2" fmla="*/ 256 w 819"/>
                  <a:gd name="T3" fmla="*/ 180 h 819"/>
                  <a:gd name="T4" fmla="*/ 217 w 819"/>
                  <a:gd name="T5" fmla="*/ 88 h 819"/>
                  <a:gd name="T6" fmla="*/ 385 w 819"/>
                  <a:gd name="T7" fmla="*/ 88 h 819"/>
                  <a:gd name="T8" fmla="*/ 347 w 819"/>
                  <a:gd name="T9" fmla="*/ 180 h 819"/>
                  <a:gd name="T10" fmla="*/ 420 w 819"/>
                  <a:gd name="T11" fmla="*/ 216 h 819"/>
                  <a:gd name="T12" fmla="*/ 603 w 819"/>
                  <a:gd name="T13" fmla="*/ 216 h 819"/>
                  <a:gd name="T14" fmla="*/ 603 w 819"/>
                  <a:gd name="T15" fmla="*/ 399 h 819"/>
                  <a:gd name="T16" fmla="*/ 638 w 819"/>
                  <a:gd name="T17" fmla="*/ 472 h 819"/>
                  <a:gd name="T18" fmla="*/ 731 w 819"/>
                  <a:gd name="T19" fmla="*/ 433 h 819"/>
                  <a:gd name="T20" fmla="*/ 731 w 819"/>
                  <a:gd name="T21" fmla="*/ 601 h 819"/>
                  <a:gd name="T22" fmla="*/ 638 w 819"/>
                  <a:gd name="T23" fmla="*/ 563 h 819"/>
                  <a:gd name="T24" fmla="*/ 603 w 819"/>
                  <a:gd name="T25" fmla="*/ 636 h 819"/>
                  <a:gd name="T26" fmla="*/ 603 w 819"/>
                  <a:gd name="T27" fmla="*/ 819 h 819"/>
                  <a:gd name="T28" fmla="*/ 420 w 819"/>
                  <a:gd name="T29" fmla="*/ 819 h 819"/>
                  <a:gd name="T30" fmla="*/ 347 w 819"/>
                  <a:gd name="T31" fmla="*/ 784 h 819"/>
                  <a:gd name="T32" fmla="*/ 385 w 819"/>
                  <a:gd name="T33" fmla="*/ 691 h 819"/>
                  <a:gd name="T34" fmla="*/ 217 w 819"/>
                  <a:gd name="T35" fmla="*/ 691 h 819"/>
                  <a:gd name="T36" fmla="*/ 256 w 819"/>
                  <a:gd name="T37" fmla="*/ 784 h 819"/>
                  <a:gd name="T38" fmla="*/ 183 w 819"/>
                  <a:gd name="T39" fmla="*/ 819 h 819"/>
                  <a:gd name="T40" fmla="*/ 0 w 819"/>
                  <a:gd name="T41" fmla="*/ 819 h 819"/>
                  <a:gd name="T42" fmla="*/ 0 w 819"/>
                  <a:gd name="T43" fmla="*/ 636 h 819"/>
                  <a:gd name="T44" fmla="*/ 35 w 819"/>
                  <a:gd name="T45" fmla="*/ 563 h 819"/>
                  <a:gd name="T46" fmla="*/ 128 w 819"/>
                  <a:gd name="T47" fmla="*/ 601 h 819"/>
                  <a:gd name="T48" fmla="*/ 128 w 819"/>
                  <a:gd name="T49" fmla="*/ 433 h 819"/>
                  <a:gd name="T50" fmla="*/ 35 w 819"/>
                  <a:gd name="T51" fmla="*/ 472 h 819"/>
                  <a:gd name="T52" fmla="*/ 0 w 819"/>
                  <a:gd name="T53" fmla="*/ 399 h 819"/>
                  <a:gd name="T54" fmla="*/ 0 w 819"/>
                  <a:gd name="T55" fmla="*/ 216 h 819"/>
                  <a:gd name="T56" fmla="*/ 183 w 819"/>
                  <a:gd name="T57" fmla="*/ 216 h 8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819" h="819">
                    <a:moveTo>
                      <a:pt x="183" y="216"/>
                    </a:moveTo>
                    <a:cubicBezTo>
                      <a:pt x="249" y="216"/>
                      <a:pt x="264" y="200"/>
                      <a:pt x="256" y="180"/>
                    </a:cubicBezTo>
                    <a:cubicBezTo>
                      <a:pt x="239" y="144"/>
                      <a:pt x="209" y="139"/>
                      <a:pt x="217" y="88"/>
                    </a:cubicBezTo>
                    <a:cubicBezTo>
                      <a:pt x="231" y="0"/>
                      <a:pt x="372" y="0"/>
                      <a:pt x="385" y="88"/>
                    </a:cubicBezTo>
                    <a:cubicBezTo>
                      <a:pt x="393" y="139"/>
                      <a:pt x="364" y="144"/>
                      <a:pt x="347" y="180"/>
                    </a:cubicBezTo>
                    <a:cubicBezTo>
                      <a:pt x="338" y="200"/>
                      <a:pt x="354" y="216"/>
                      <a:pt x="420" y="216"/>
                    </a:cubicBezTo>
                    <a:cubicBezTo>
                      <a:pt x="603" y="216"/>
                      <a:pt x="603" y="216"/>
                      <a:pt x="603" y="216"/>
                    </a:cubicBezTo>
                    <a:cubicBezTo>
                      <a:pt x="603" y="399"/>
                      <a:pt x="603" y="399"/>
                      <a:pt x="603" y="399"/>
                    </a:cubicBezTo>
                    <a:cubicBezTo>
                      <a:pt x="603" y="465"/>
                      <a:pt x="619" y="480"/>
                      <a:pt x="638" y="472"/>
                    </a:cubicBezTo>
                    <a:cubicBezTo>
                      <a:pt x="675" y="455"/>
                      <a:pt x="680" y="425"/>
                      <a:pt x="731" y="433"/>
                    </a:cubicBezTo>
                    <a:cubicBezTo>
                      <a:pt x="819" y="447"/>
                      <a:pt x="819" y="588"/>
                      <a:pt x="731" y="601"/>
                    </a:cubicBezTo>
                    <a:cubicBezTo>
                      <a:pt x="680" y="610"/>
                      <a:pt x="675" y="580"/>
                      <a:pt x="638" y="563"/>
                    </a:cubicBezTo>
                    <a:cubicBezTo>
                      <a:pt x="619" y="554"/>
                      <a:pt x="603" y="570"/>
                      <a:pt x="603" y="636"/>
                    </a:cubicBezTo>
                    <a:cubicBezTo>
                      <a:pt x="603" y="819"/>
                      <a:pt x="603" y="819"/>
                      <a:pt x="603" y="819"/>
                    </a:cubicBezTo>
                    <a:cubicBezTo>
                      <a:pt x="420" y="819"/>
                      <a:pt x="420" y="819"/>
                      <a:pt x="420" y="819"/>
                    </a:cubicBezTo>
                    <a:cubicBezTo>
                      <a:pt x="354" y="819"/>
                      <a:pt x="338" y="803"/>
                      <a:pt x="347" y="784"/>
                    </a:cubicBezTo>
                    <a:cubicBezTo>
                      <a:pt x="364" y="747"/>
                      <a:pt x="393" y="742"/>
                      <a:pt x="385" y="691"/>
                    </a:cubicBezTo>
                    <a:cubicBezTo>
                      <a:pt x="372" y="603"/>
                      <a:pt x="231" y="603"/>
                      <a:pt x="217" y="691"/>
                    </a:cubicBezTo>
                    <a:cubicBezTo>
                      <a:pt x="209" y="742"/>
                      <a:pt x="239" y="747"/>
                      <a:pt x="256" y="784"/>
                    </a:cubicBezTo>
                    <a:cubicBezTo>
                      <a:pt x="264" y="803"/>
                      <a:pt x="249" y="819"/>
                      <a:pt x="183" y="819"/>
                    </a:cubicBezTo>
                    <a:cubicBezTo>
                      <a:pt x="0" y="819"/>
                      <a:pt x="0" y="819"/>
                      <a:pt x="0" y="819"/>
                    </a:cubicBezTo>
                    <a:cubicBezTo>
                      <a:pt x="0" y="636"/>
                      <a:pt x="0" y="636"/>
                      <a:pt x="0" y="636"/>
                    </a:cubicBezTo>
                    <a:cubicBezTo>
                      <a:pt x="0" y="570"/>
                      <a:pt x="16" y="554"/>
                      <a:pt x="35" y="563"/>
                    </a:cubicBezTo>
                    <a:cubicBezTo>
                      <a:pt x="72" y="580"/>
                      <a:pt x="76" y="610"/>
                      <a:pt x="128" y="601"/>
                    </a:cubicBezTo>
                    <a:cubicBezTo>
                      <a:pt x="216" y="588"/>
                      <a:pt x="216" y="447"/>
                      <a:pt x="128" y="433"/>
                    </a:cubicBezTo>
                    <a:cubicBezTo>
                      <a:pt x="76" y="425"/>
                      <a:pt x="72" y="455"/>
                      <a:pt x="35" y="472"/>
                    </a:cubicBezTo>
                    <a:cubicBezTo>
                      <a:pt x="16" y="480"/>
                      <a:pt x="0" y="465"/>
                      <a:pt x="0" y="399"/>
                    </a:cubicBezTo>
                    <a:cubicBezTo>
                      <a:pt x="0" y="216"/>
                      <a:pt x="0" y="216"/>
                      <a:pt x="0" y="216"/>
                    </a:cubicBezTo>
                    <a:lnTo>
                      <a:pt x="183" y="216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vert="horz" wrap="square" lIns="91456" tIns="45728" rIns="91456" bIns="45728" numCol="1" anchor="t" anchorCtr="0" compatLnSpc="1"/>
              <a:lstStyle/>
              <a:p>
                <a:endParaRPr lang="id-ID" sz="100">
                  <a:ea typeface="字魂36号-正文宋楷" panose="00000500000000000000" charset="-122"/>
                  <a:cs typeface="+mn-ea"/>
                  <a:sym typeface="+mn-lt"/>
                </a:endParaRPr>
              </a:p>
            </p:txBody>
          </p:sp>
          <p:sp>
            <p:nvSpPr>
              <p:cNvPr id="56" name="Freeform 7"/>
              <p:cNvSpPr/>
              <p:nvPr/>
            </p:nvSpPr>
            <p:spPr bwMode="auto">
              <a:xfrm rot="20676794">
                <a:off x="-1846320" y="2840280"/>
                <a:ext cx="286892" cy="286892"/>
              </a:xfrm>
              <a:custGeom>
                <a:avLst/>
                <a:gdLst>
                  <a:gd name="T0" fmla="*/ 183 w 819"/>
                  <a:gd name="T1" fmla="*/ 216 h 819"/>
                  <a:gd name="T2" fmla="*/ 256 w 819"/>
                  <a:gd name="T3" fmla="*/ 180 h 819"/>
                  <a:gd name="T4" fmla="*/ 217 w 819"/>
                  <a:gd name="T5" fmla="*/ 88 h 819"/>
                  <a:gd name="T6" fmla="*/ 385 w 819"/>
                  <a:gd name="T7" fmla="*/ 88 h 819"/>
                  <a:gd name="T8" fmla="*/ 347 w 819"/>
                  <a:gd name="T9" fmla="*/ 180 h 819"/>
                  <a:gd name="T10" fmla="*/ 420 w 819"/>
                  <a:gd name="T11" fmla="*/ 216 h 819"/>
                  <a:gd name="T12" fmla="*/ 603 w 819"/>
                  <a:gd name="T13" fmla="*/ 216 h 819"/>
                  <a:gd name="T14" fmla="*/ 603 w 819"/>
                  <a:gd name="T15" fmla="*/ 399 h 819"/>
                  <a:gd name="T16" fmla="*/ 638 w 819"/>
                  <a:gd name="T17" fmla="*/ 472 h 819"/>
                  <a:gd name="T18" fmla="*/ 731 w 819"/>
                  <a:gd name="T19" fmla="*/ 433 h 819"/>
                  <a:gd name="T20" fmla="*/ 731 w 819"/>
                  <a:gd name="T21" fmla="*/ 601 h 819"/>
                  <a:gd name="T22" fmla="*/ 638 w 819"/>
                  <a:gd name="T23" fmla="*/ 563 h 819"/>
                  <a:gd name="T24" fmla="*/ 603 w 819"/>
                  <a:gd name="T25" fmla="*/ 636 h 819"/>
                  <a:gd name="T26" fmla="*/ 603 w 819"/>
                  <a:gd name="T27" fmla="*/ 819 h 819"/>
                  <a:gd name="T28" fmla="*/ 420 w 819"/>
                  <a:gd name="T29" fmla="*/ 819 h 819"/>
                  <a:gd name="T30" fmla="*/ 347 w 819"/>
                  <a:gd name="T31" fmla="*/ 784 h 819"/>
                  <a:gd name="T32" fmla="*/ 385 w 819"/>
                  <a:gd name="T33" fmla="*/ 691 h 819"/>
                  <a:gd name="T34" fmla="*/ 217 w 819"/>
                  <a:gd name="T35" fmla="*/ 691 h 819"/>
                  <a:gd name="T36" fmla="*/ 256 w 819"/>
                  <a:gd name="T37" fmla="*/ 784 h 819"/>
                  <a:gd name="T38" fmla="*/ 183 w 819"/>
                  <a:gd name="T39" fmla="*/ 819 h 819"/>
                  <a:gd name="T40" fmla="*/ 0 w 819"/>
                  <a:gd name="T41" fmla="*/ 819 h 819"/>
                  <a:gd name="T42" fmla="*/ 0 w 819"/>
                  <a:gd name="T43" fmla="*/ 636 h 819"/>
                  <a:gd name="T44" fmla="*/ 35 w 819"/>
                  <a:gd name="T45" fmla="*/ 563 h 819"/>
                  <a:gd name="T46" fmla="*/ 128 w 819"/>
                  <a:gd name="T47" fmla="*/ 601 h 819"/>
                  <a:gd name="T48" fmla="*/ 128 w 819"/>
                  <a:gd name="T49" fmla="*/ 433 h 819"/>
                  <a:gd name="T50" fmla="*/ 35 w 819"/>
                  <a:gd name="T51" fmla="*/ 472 h 819"/>
                  <a:gd name="T52" fmla="*/ 0 w 819"/>
                  <a:gd name="T53" fmla="*/ 399 h 819"/>
                  <a:gd name="T54" fmla="*/ 0 w 819"/>
                  <a:gd name="T55" fmla="*/ 216 h 819"/>
                  <a:gd name="T56" fmla="*/ 183 w 819"/>
                  <a:gd name="T57" fmla="*/ 216 h 8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819" h="819">
                    <a:moveTo>
                      <a:pt x="183" y="216"/>
                    </a:moveTo>
                    <a:cubicBezTo>
                      <a:pt x="249" y="216"/>
                      <a:pt x="264" y="200"/>
                      <a:pt x="256" y="180"/>
                    </a:cubicBezTo>
                    <a:cubicBezTo>
                      <a:pt x="239" y="144"/>
                      <a:pt x="209" y="139"/>
                      <a:pt x="217" y="88"/>
                    </a:cubicBezTo>
                    <a:cubicBezTo>
                      <a:pt x="231" y="0"/>
                      <a:pt x="372" y="0"/>
                      <a:pt x="385" y="88"/>
                    </a:cubicBezTo>
                    <a:cubicBezTo>
                      <a:pt x="393" y="139"/>
                      <a:pt x="364" y="144"/>
                      <a:pt x="347" y="180"/>
                    </a:cubicBezTo>
                    <a:cubicBezTo>
                      <a:pt x="338" y="200"/>
                      <a:pt x="354" y="216"/>
                      <a:pt x="420" y="216"/>
                    </a:cubicBezTo>
                    <a:cubicBezTo>
                      <a:pt x="603" y="216"/>
                      <a:pt x="603" y="216"/>
                      <a:pt x="603" y="216"/>
                    </a:cubicBezTo>
                    <a:cubicBezTo>
                      <a:pt x="603" y="399"/>
                      <a:pt x="603" y="399"/>
                      <a:pt x="603" y="399"/>
                    </a:cubicBezTo>
                    <a:cubicBezTo>
                      <a:pt x="603" y="465"/>
                      <a:pt x="619" y="480"/>
                      <a:pt x="638" y="472"/>
                    </a:cubicBezTo>
                    <a:cubicBezTo>
                      <a:pt x="675" y="455"/>
                      <a:pt x="680" y="425"/>
                      <a:pt x="731" y="433"/>
                    </a:cubicBezTo>
                    <a:cubicBezTo>
                      <a:pt x="819" y="447"/>
                      <a:pt x="819" y="588"/>
                      <a:pt x="731" y="601"/>
                    </a:cubicBezTo>
                    <a:cubicBezTo>
                      <a:pt x="680" y="610"/>
                      <a:pt x="675" y="580"/>
                      <a:pt x="638" y="563"/>
                    </a:cubicBezTo>
                    <a:cubicBezTo>
                      <a:pt x="619" y="554"/>
                      <a:pt x="603" y="570"/>
                      <a:pt x="603" y="636"/>
                    </a:cubicBezTo>
                    <a:cubicBezTo>
                      <a:pt x="603" y="819"/>
                      <a:pt x="603" y="819"/>
                      <a:pt x="603" y="819"/>
                    </a:cubicBezTo>
                    <a:cubicBezTo>
                      <a:pt x="420" y="819"/>
                      <a:pt x="420" y="819"/>
                      <a:pt x="420" y="819"/>
                    </a:cubicBezTo>
                    <a:cubicBezTo>
                      <a:pt x="354" y="819"/>
                      <a:pt x="338" y="803"/>
                      <a:pt x="347" y="784"/>
                    </a:cubicBezTo>
                    <a:cubicBezTo>
                      <a:pt x="364" y="747"/>
                      <a:pt x="393" y="742"/>
                      <a:pt x="385" y="691"/>
                    </a:cubicBezTo>
                    <a:cubicBezTo>
                      <a:pt x="372" y="603"/>
                      <a:pt x="231" y="603"/>
                      <a:pt x="217" y="691"/>
                    </a:cubicBezTo>
                    <a:cubicBezTo>
                      <a:pt x="209" y="742"/>
                      <a:pt x="239" y="747"/>
                      <a:pt x="256" y="784"/>
                    </a:cubicBezTo>
                    <a:cubicBezTo>
                      <a:pt x="264" y="803"/>
                      <a:pt x="249" y="819"/>
                      <a:pt x="183" y="819"/>
                    </a:cubicBezTo>
                    <a:cubicBezTo>
                      <a:pt x="0" y="819"/>
                      <a:pt x="0" y="819"/>
                      <a:pt x="0" y="819"/>
                    </a:cubicBezTo>
                    <a:cubicBezTo>
                      <a:pt x="0" y="636"/>
                      <a:pt x="0" y="636"/>
                      <a:pt x="0" y="636"/>
                    </a:cubicBezTo>
                    <a:cubicBezTo>
                      <a:pt x="0" y="570"/>
                      <a:pt x="16" y="554"/>
                      <a:pt x="35" y="563"/>
                    </a:cubicBezTo>
                    <a:cubicBezTo>
                      <a:pt x="72" y="580"/>
                      <a:pt x="76" y="610"/>
                      <a:pt x="128" y="601"/>
                    </a:cubicBezTo>
                    <a:cubicBezTo>
                      <a:pt x="216" y="588"/>
                      <a:pt x="216" y="447"/>
                      <a:pt x="128" y="433"/>
                    </a:cubicBezTo>
                    <a:cubicBezTo>
                      <a:pt x="76" y="425"/>
                      <a:pt x="72" y="455"/>
                      <a:pt x="35" y="472"/>
                    </a:cubicBezTo>
                    <a:cubicBezTo>
                      <a:pt x="16" y="480"/>
                      <a:pt x="0" y="465"/>
                      <a:pt x="0" y="399"/>
                    </a:cubicBezTo>
                    <a:cubicBezTo>
                      <a:pt x="0" y="216"/>
                      <a:pt x="0" y="216"/>
                      <a:pt x="0" y="216"/>
                    </a:cubicBezTo>
                    <a:lnTo>
                      <a:pt x="183" y="216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vert="horz" wrap="square" lIns="91456" tIns="45728" rIns="91456" bIns="45728" numCol="1" anchor="t" anchorCtr="0" compatLnSpc="1"/>
              <a:lstStyle/>
              <a:p>
                <a:endParaRPr lang="id-ID" sz="100">
                  <a:ea typeface="字魂36号-正文宋楷" panose="00000500000000000000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67" name="组合 66"/>
          <p:cNvGrpSpPr/>
          <p:nvPr userDrawn="1"/>
        </p:nvGrpSpPr>
        <p:grpSpPr>
          <a:xfrm>
            <a:off x="0" y="-635"/>
            <a:ext cx="12195175" cy="6859270"/>
            <a:chOff x="0" y="0"/>
            <a:chExt cx="19205" cy="10802"/>
          </a:xfrm>
        </p:grpSpPr>
        <p:sp>
          <p:nvSpPr>
            <p:cNvPr id="68" name="矩形 67"/>
            <p:cNvSpPr/>
            <p:nvPr userDrawn="1"/>
          </p:nvSpPr>
          <p:spPr>
            <a:xfrm flipV="1">
              <a:off x="0" y="1191"/>
              <a:ext cx="11339" cy="624"/>
            </a:xfrm>
            <a:prstGeom prst="rect">
              <a:avLst/>
            </a:prstGeom>
            <a:solidFill>
              <a:srgbClr val="F8C5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图文框 68"/>
            <p:cNvSpPr/>
            <p:nvPr userDrawn="1"/>
          </p:nvSpPr>
          <p:spPr>
            <a:xfrm>
              <a:off x="0" y="0"/>
              <a:ext cx="19205" cy="10803"/>
            </a:xfrm>
            <a:prstGeom prst="frame">
              <a:avLst>
                <a:gd name="adj1" fmla="val 1756"/>
              </a:avLst>
            </a:prstGeom>
            <a:solidFill>
              <a:srgbClr val="F8C5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0" name="等腰三角形 69"/>
            <p:cNvSpPr/>
            <p:nvPr userDrawn="1"/>
          </p:nvSpPr>
          <p:spPr>
            <a:xfrm rot="16200000">
              <a:off x="18553" y="1162"/>
              <a:ext cx="624" cy="680"/>
            </a:xfrm>
            <a:prstGeom prst="triangle">
              <a:avLst/>
            </a:prstGeom>
            <a:solidFill>
              <a:srgbClr val="F8C5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9" name="图片 2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187" y="204076"/>
            <a:ext cx="1831974" cy="482518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200265" y="414655"/>
            <a:ext cx="406527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200"/>
              <a:t>Style cin</a:t>
            </a:r>
            <a:r>
              <a:rPr lang="en-US" altLang="en-US" sz="3200"/>
              <a:t>é</a:t>
            </a:r>
            <a:r>
              <a:rPr lang="en-US" altLang="zh-CN" sz="3200"/>
              <a:t>matographique</a:t>
            </a:r>
            <a:endParaRPr lang="en-US" altLang="zh-CN" sz="3200"/>
          </a:p>
        </p:txBody>
      </p:sp>
      <p:sp>
        <p:nvSpPr>
          <p:cNvPr id="4" name="文本框 3"/>
          <p:cNvSpPr txBox="1"/>
          <p:nvPr/>
        </p:nvSpPr>
        <p:spPr>
          <a:xfrm>
            <a:off x="5928360" y="1905635"/>
            <a:ext cx="595503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Docufiction </a:t>
            </a:r>
            <a:r>
              <a:rPr lang="en-US" altLang="zh-CN" sz="2400"/>
              <a:t>- Elle m</a:t>
            </a:r>
            <a:r>
              <a:rPr lang="en-US" altLang="en-US" sz="2400"/>
              <a:t>é</a:t>
            </a:r>
            <a:r>
              <a:rPr lang="en-US" altLang="zh-CN" sz="2400"/>
              <a:t>lange le documentaire et la fiction pour capter la r</a:t>
            </a:r>
            <a:r>
              <a:rPr lang="en-US" altLang="en-US" sz="2400"/>
              <a:t>é</a:t>
            </a:r>
            <a:r>
              <a:rPr lang="en-US" altLang="zh-CN" sz="2400"/>
              <a:t>alit</a:t>
            </a:r>
            <a:r>
              <a:rPr lang="en-US" altLang="en-US" sz="2400"/>
              <a:t>é.</a:t>
            </a:r>
            <a:endParaRPr lang="en-US" altLang="en-US" sz="2400"/>
          </a:p>
          <a:p>
            <a:endParaRPr lang="en-US" altLang="zh-CN" sz="2400"/>
          </a:p>
          <a:p>
            <a:r>
              <a:rPr lang="en-US" altLang="zh-CN" sz="2400" b="1"/>
              <a:t>Cin</a:t>
            </a:r>
            <a:r>
              <a:rPr lang="en-US" altLang="en-US" sz="2400" b="1"/>
              <a:t>é</a:t>
            </a:r>
            <a:r>
              <a:rPr lang="en-US" altLang="zh-CN" sz="2400" b="1"/>
              <a:t>ma dire</a:t>
            </a:r>
            <a:r>
              <a:rPr lang="en-US" altLang="zh-CN" sz="2400" b="1"/>
              <a:t>ct</a:t>
            </a:r>
            <a:r>
              <a:rPr lang="en-US" altLang="zh-CN" sz="2400"/>
              <a:t> - Elle filme les gens ordinaires, sans mise en sc</a:t>
            </a:r>
            <a:r>
              <a:rPr lang="" altLang="en-US" sz="2400"/>
              <a:t>è</a:t>
            </a:r>
            <a:r>
              <a:rPr lang="en-US" altLang="zh-CN" sz="2400"/>
              <a:t>ne trop travaill</a:t>
            </a:r>
            <a:r>
              <a:rPr lang="en-US" altLang="en-US" sz="2400"/>
              <a:t>é</a:t>
            </a:r>
            <a:r>
              <a:rPr lang="en-US" altLang="zh-CN" sz="2400"/>
              <a:t>e.</a:t>
            </a:r>
            <a:endParaRPr lang="en-US" altLang="zh-CN" sz="2400"/>
          </a:p>
          <a:p>
            <a:endParaRPr lang="en-US" altLang="zh-CN" sz="2400"/>
          </a:p>
          <a:p>
            <a:r>
              <a:rPr lang="en-US" altLang="zh-CN" sz="2400" b="1"/>
              <a:t>Po</a:t>
            </a:r>
            <a:r>
              <a:rPr lang="en-US" altLang="en-US" sz="2400" b="1"/>
              <a:t>é</a:t>
            </a:r>
            <a:r>
              <a:rPr lang="en-US" altLang="zh-CN" sz="2400" b="1"/>
              <a:t>sie visuelle </a:t>
            </a:r>
            <a:r>
              <a:rPr lang="en-US" altLang="zh-CN" sz="2400"/>
              <a:t>- Usage du plan-s</a:t>
            </a:r>
            <a:r>
              <a:rPr lang="en-US" altLang="en-US" sz="2400"/>
              <a:t>é</a:t>
            </a:r>
            <a:r>
              <a:rPr lang="en-US" altLang="zh-CN" sz="2400"/>
              <a:t>quence, de la voix off personnelle et des images fixes. Elle montre plutôt qu'elle ne juge.</a:t>
            </a:r>
            <a:endParaRPr lang="en-US" altLang="zh-CN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187" y="204076"/>
            <a:ext cx="1831974" cy="482518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936105" y="545465"/>
            <a:ext cx="50977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600"/>
              <a:t> H</a:t>
            </a:r>
            <a:r>
              <a:rPr lang="en-US" altLang="en-US" sz="3600"/>
              <a:t>é</a:t>
            </a:r>
            <a:r>
              <a:rPr lang="en-US" altLang="zh-CN" sz="3600"/>
              <a:t>ritage &amp; Influence</a:t>
            </a:r>
            <a:endParaRPr lang="en-US" altLang="zh-CN" sz="3600"/>
          </a:p>
        </p:txBody>
      </p:sp>
      <p:sp>
        <p:nvSpPr>
          <p:cNvPr id="6" name="文本框 5"/>
          <p:cNvSpPr txBox="1"/>
          <p:nvPr/>
        </p:nvSpPr>
        <p:spPr>
          <a:xfrm>
            <a:off x="5031105" y="1454150"/>
            <a:ext cx="67322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 </a:t>
            </a:r>
            <a:r>
              <a:rPr lang="en-US" altLang="zh-CN" sz="2400" b="1"/>
              <a:t>La « Grand-m</a:t>
            </a:r>
            <a:r>
              <a:rPr lang="" altLang="en-US" sz="2400" b="1"/>
              <a:t>è</a:t>
            </a:r>
            <a:r>
              <a:rPr lang="en-US" altLang="zh-CN" sz="2400" b="1"/>
              <a:t>re de la Nouvelle Vague »</a:t>
            </a:r>
            <a:endParaRPr lang="en-US" altLang="zh-CN" sz="2400" b="1"/>
          </a:p>
          <a:p>
            <a:r>
              <a:rPr lang="en-US" altLang="zh-CN" sz="2400"/>
              <a:t> Une pionni</a:t>
            </a:r>
            <a:r>
              <a:rPr lang="" altLang="en-US" sz="2400"/>
              <a:t>è</a:t>
            </a:r>
            <a:r>
              <a:rPr lang="en-US" altLang="zh-CN" sz="2400"/>
              <a:t>re dont le premier film pr</a:t>
            </a:r>
            <a:r>
              <a:rPr lang="en-US" altLang="en-US" sz="2400"/>
              <a:t>é</a:t>
            </a:r>
            <a:r>
              <a:rPr lang="en-US" altLang="zh-CN" sz="2400"/>
              <a:t>c</a:t>
            </a:r>
            <a:r>
              <a:rPr lang="" altLang="en-US" sz="2400"/>
              <a:t>è</a:t>
            </a:r>
            <a:r>
              <a:rPr lang="en-US" altLang="zh-CN" sz="2400"/>
              <a:t>de les </a:t>
            </a:r>
            <a:r>
              <a:rPr lang="" altLang="en-US" sz="2400"/>
              <a:t>œ</a:t>
            </a:r>
            <a:r>
              <a:rPr lang="en-US" altLang="zh-CN" sz="2400"/>
              <a:t>uvres de Truffaut ou Godard.</a:t>
            </a:r>
            <a:endParaRPr lang="en-US" altLang="zh-CN" sz="2400"/>
          </a:p>
        </p:txBody>
      </p:sp>
      <p:sp>
        <p:nvSpPr>
          <p:cNvPr id="7" name="文本框 6"/>
          <p:cNvSpPr txBox="1"/>
          <p:nvPr/>
        </p:nvSpPr>
        <p:spPr>
          <a:xfrm>
            <a:off x="4986655" y="2818130"/>
            <a:ext cx="704723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 Figure de la « Rive Gauche »</a:t>
            </a:r>
            <a:endParaRPr lang="en-US" altLang="zh-CN" sz="2400" b="1"/>
          </a:p>
          <a:p>
            <a:r>
              <a:rPr lang="en-US" altLang="zh-CN" sz="2400"/>
              <a:t>Texte : Aux côt</a:t>
            </a:r>
            <a:r>
              <a:rPr lang="en-US" altLang="en-US" sz="2400"/>
              <a:t>é</a:t>
            </a:r>
            <a:r>
              <a:rPr lang="en-US" altLang="zh-CN" sz="2400"/>
              <a:t>s d'Alain Resnais ou Chris Marker, un cin</a:t>
            </a:r>
            <a:r>
              <a:rPr lang="en-US" altLang="en-US" sz="2400"/>
              <a:t>é</a:t>
            </a:r>
            <a:r>
              <a:rPr lang="en-US" altLang="zh-CN" sz="2400"/>
              <a:t>ma ax</a:t>
            </a:r>
            <a:r>
              <a:rPr lang="en-US" altLang="en-US" sz="2400"/>
              <a:t>é </a:t>
            </a:r>
            <a:r>
              <a:rPr lang="en-US" altLang="zh-CN" sz="2400"/>
              <a:t>sur la litt</a:t>
            </a:r>
            <a:r>
              <a:rPr lang="en-US" altLang="en-US" sz="2400"/>
              <a:t>é</a:t>
            </a:r>
            <a:r>
              <a:rPr lang="en-US" altLang="zh-CN" sz="2400"/>
              <a:t>rature, la m</a:t>
            </a:r>
            <a:r>
              <a:rPr lang="en-US" altLang="en-US" sz="2400"/>
              <a:t>é</a:t>
            </a:r>
            <a:r>
              <a:rPr lang="en-US" altLang="zh-CN" sz="2400"/>
              <a:t>moire et l'introspection.</a:t>
            </a:r>
            <a:endParaRPr lang="en-US" altLang="zh-CN" sz="2400"/>
          </a:p>
        </p:txBody>
      </p:sp>
      <p:sp>
        <p:nvSpPr>
          <p:cNvPr id="8" name="文本框 7"/>
          <p:cNvSpPr txBox="1"/>
          <p:nvPr/>
        </p:nvSpPr>
        <p:spPr>
          <a:xfrm>
            <a:off x="5031105" y="4552315"/>
            <a:ext cx="699452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 </a:t>
            </a:r>
            <a:r>
              <a:rPr lang="en-US" altLang="zh-CN" sz="2400" b="1"/>
              <a:t>Ind</a:t>
            </a:r>
            <a:r>
              <a:rPr lang="en-US" altLang="en-US" sz="2400" b="1"/>
              <a:t>é</a:t>
            </a:r>
            <a:r>
              <a:rPr lang="en-US" altLang="zh-CN" sz="2400" b="1"/>
              <a:t>pendance totale</a:t>
            </a:r>
            <a:endParaRPr lang="en-US" altLang="zh-CN" sz="2400" b="1"/>
          </a:p>
          <a:p>
            <a:r>
              <a:rPr lang="en-US" altLang="zh-CN" sz="2400"/>
              <a:t>Elle est rest</a:t>
            </a:r>
            <a:r>
              <a:rPr lang="en-US" altLang="en-US" sz="2400"/>
              <a:t>é</a:t>
            </a:r>
            <a:r>
              <a:rPr lang="en-US" altLang="zh-CN" sz="2400"/>
              <a:t>e ind</a:t>
            </a:r>
            <a:r>
              <a:rPr lang="en-US" altLang="en-US" sz="2400"/>
              <a:t>é</a:t>
            </a:r>
            <a:r>
              <a:rPr lang="en-US" altLang="zh-CN" sz="2400"/>
              <a:t>pendante toute sa carri</a:t>
            </a:r>
            <a:r>
              <a:rPr lang="" altLang="en-US" sz="2400"/>
              <a:t>è</a:t>
            </a:r>
            <a:r>
              <a:rPr lang="en-US" altLang="zh-CN" sz="2400"/>
              <a:t>re, refusant de travailler avec les gros studios.</a:t>
            </a:r>
            <a:endParaRPr lang="en-US" altLang="zh-CN" sz="2400"/>
          </a:p>
          <a:p>
            <a:endParaRPr lang="en-US" altLang="zh-CN" sz="2400"/>
          </a:p>
          <a:p>
            <a:endParaRPr lang="en-US" altLang="zh-CN" sz="2400"/>
          </a:p>
        </p:txBody>
      </p:sp>
      <p:pic>
        <p:nvPicPr>
          <p:cNvPr id="9" name="图片 8" descr="03b78cf8b977bf274b06056d4dae9e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140" y="3997325"/>
            <a:ext cx="3862705" cy="2582545"/>
          </a:xfrm>
          <a:prstGeom prst="rect">
            <a:avLst/>
          </a:prstGeom>
        </p:spPr>
      </p:pic>
      <p:pic>
        <p:nvPicPr>
          <p:cNvPr id="10" name="图片 9" descr="1dc1ac119fd33d9a8f46528ca562a5a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05" y="1296035"/>
            <a:ext cx="3863340" cy="25825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187" y="204076"/>
            <a:ext cx="1831974" cy="482518"/>
          </a:xfrm>
          <a:prstGeom prst="rect">
            <a:avLst/>
          </a:prstGeom>
        </p:spPr>
      </p:pic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5662295" y="1829435"/>
            <a:ext cx="6157595" cy="392239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088505" y="838835"/>
            <a:ext cx="5012055" cy="2965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lnSpc>
                <a:spcPts val="16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zh-CN" sz="3600">
                <a:solidFill>
                  <a:srgbClr val="0F1115"/>
                </a:solidFill>
                <a:latin typeface="quote-cjk-patch"/>
                <a:ea typeface="quote-cjk-patch"/>
              </a:rPr>
              <a:t>Citations célèbres</a:t>
            </a:r>
            <a:endParaRPr lang="en-US" altLang="zh-CN" sz="3600">
              <a:solidFill>
                <a:srgbClr val="0F1115"/>
              </a:solidFill>
              <a:latin typeface="quote-cjk-patch"/>
              <a:ea typeface="quote-cjk-patch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9870" y="2210435"/>
            <a:ext cx="5461635" cy="304609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3200" b="0" i="0">
                <a:solidFill>
                  <a:srgbClr val="0F1115"/>
                </a:solidFill>
                <a:latin typeface="quote-cjk-patch"/>
                <a:ea typeface="quote-cjk-patch"/>
              </a:rPr>
              <a:t> « Le cinéma, c’est des fenêtres, pas des cadres. »</a:t>
            </a:r>
            <a:endParaRPr lang="en-US" altLang="zh-CN" sz="32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endParaRPr lang="en-US" altLang="zh-CN" sz="32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3200" b="0" i="0">
                <a:solidFill>
                  <a:srgbClr val="0F1115"/>
                </a:solidFill>
                <a:latin typeface="quote-cjk-patch"/>
                <a:ea typeface="quote-cjk-patch"/>
              </a:rPr>
              <a:t>« Je préfère les histoires vraies, ou celles qui ressemblent à la vérité. »</a:t>
            </a:r>
            <a:endParaRPr lang="en-US" altLang="zh-CN" sz="3200" b="0" i="0">
              <a:solidFill>
                <a:srgbClr val="0F1115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59" y="0"/>
            <a:ext cx="12194258" cy="6859270"/>
            <a:chOff x="0" y="0"/>
            <a:chExt cx="19200" cy="10800"/>
          </a:xfrm>
        </p:grpSpPr>
        <p:pic>
          <p:nvPicPr>
            <p:cNvPr id="2" name="图片 1" descr="4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19139" cy="8262"/>
            </a:xfrm>
            <a:prstGeom prst="rect">
              <a:avLst/>
            </a:prstGeom>
          </p:spPr>
        </p:pic>
        <p:pic>
          <p:nvPicPr>
            <p:cNvPr id="3" name="图片 2" descr="42"/>
            <p:cNvPicPr>
              <a:picLocks noChangeAspect="1"/>
            </p:cNvPicPr>
            <p:nvPr/>
          </p:nvPicPr>
          <p:blipFill>
            <a:blip r:embed="rId2"/>
            <a:srcRect l="38144"/>
            <a:stretch>
              <a:fillRect/>
            </a:stretch>
          </p:blipFill>
          <p:spPr>
            <a:xfrm>
              <a:off x="5183" y="1052"/>
              <a:ext cx="14017" cy="9748"/>
            </a:xfrm>
            <a:prstGeom prst="rect">
              <a:avLst/>
            </a:prstGeom>
          </p:spPr>
        </p:pic>
      </p:grpSp>
      <p:sp>
        <p:nvSpPr>
          <p:cNvPr id="6" name="六边形 5"/>
          <p:cNvSpPr>
            <a:spLocks noChangeAspect="1"/>
          </p:cNvSpPr>
          <p:nvPr/>
        </p:nvSpPr>
        <p:spPr>
          <a:xfrm rot="2280000">
            <a:off x="8832015" y="3585754"/>
            <a:ext cx="651244" cy="560880"/>
          </a:xfrm>
          <a:prstGeom prst="hexagon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F8C5BD"/>
              </a:gs>
              <a:gs pos="83000">
                <a:srgbClr val="F8C5BD"/>
              </a:gs>
              <a:gs pos="100000">
                <a:srgbClr val="F8C5BD"/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六边形 4"/>
          <p:cNvSpPr>
            <a:spLocks noChangeAspect="1"/>
          </p:cNvSpPr>
          <p:nvPr/>
        </p:nvSpPr>
        <p:spPr>
          <a:xfrm rot="20040000">
            <a:off x="2136007" y="2009585"/>
            <a:ext cx="794200" cy="684000"/>
          </a:xfrm>
          <a:prstGeom prst="hexagon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F8C5BD"/>
              </a:gs>
              <a:gs pos="83000">
                <a:srgbClr val="F8C5BD"/>
              </a:gs>
              <a:gs pos="100000">
                <a:srgbClr val="F8C5BD"/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六边形 7"/>
          <p:cNvSpPr>
            <a:spLocks noChangeAspect="1"/>
          </p:cNvSpPr>
          <p:nvPr/>
        </p:nvSpPr>
        <p:spPr>
          <a:xfrm rot="4320000">
            <a:off x="574040" y="4902835"/>
            <a:ext cx="890905" cy="778510"/>
          </a:xfrm>
          <a:prstGeom prst="hexagon">
            <a:avLst/>
          </a:prstGeom>
          <a:noFill/>
          <a:ln w="63500" cmpd="sng">
            <a:solidFill>
              <a:srgbClr val="F8C5BD"/>
            </a:solidFill>
            <a:prstDash val="solid"/>
          </a:ln>
          <a:effectLst>
            <a:outerShdw blurRad="127000" dist="1016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1022" y="457959"/>
            <a:ext cx="909618" cy="3761844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050540" y="2515235"/>
            <a:ext cx="567753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algn="ctr"/>
            <a:r>
              <a:rPr lang="en-US" altLang="zh-CN" sz="800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</a:rPr>
              <a:t>M E R C I</a:t>
            </a:r>
            <a:endParaRPr lang="en-US" altLang="zh-CN" sz="8000">
              <a:gradFill>
                <a:gsLst>
                  <a:gs pos="50000">
                    <a:schemeClr val="accent3"/>
                  </a:gs>
                  <a:gs pos="0">
                    <a:schemeClr val="accent3">
                      <a:lumMod val="25000"/>
                      <a:lumOff val="75000"/>
                    </a:schemeClr>
                  </a:gs>
                  <a:gs pos="100000">
                    <a:schemeClr val="accent3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:randomBar dir="vert"/>
      </p:transition>
    </mc:Choice>
    <mc:Fallback>
      <p:transition spd="slow" advTm="3000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800" decel="10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800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  <p:bldP spid="8" grpId="0" bldLvl="0" animBg="1"/>
    </p:bldLst>
  </p:timing>
</p:sld>
</file>

<file path=ppt/tags/tag1.xml><?xml version="1.0" encoding="utf-8"?>
<p:tagLst xmlns:p="http://schemas.openxmlformats.org/presentationml/2006/main">
  <p:tag name="KSO_WM_DIAGRAM_VIRTUALLY_FRAME" val="{&quot;height&quot;:327.54307086614165,&quot;left&quot;:243.5249606299213,&quot;top&quot;:110.86944881889762,&quot;width&quot;:804.3250393700787}"/>
</p:tagLst>
</file>

<file path=ppt/tags/tag2.xml><?xml version="1.0" encoding="utf-8"?>
<p:tagLst xmlns:p="http://schemas.openxmlformats.org/presentationml/2006/main">
  <p:tag name="MH" val="20180804121219"/>
  <p:tag name="MH_LIBRARY" val="CONTENTS"/>
  <p:tag name="MH_TYPE" val="NUMBER"/>
  <p:tag name="ID" val="626777"/>
  <p:tag name="MH_ORDER" val="1"/>
  <p:tag name="KSO_WM_DIAGRAM_VIRTUALLY_FRAME" val="{&quot;height&quot;:327.54307086614165,&quot;left&quot;:243.5249606299213,&quot;top&quot;:110.86944881889762,&quot;width&quot;:804.3250393700787}"/>
</p:tagLst>
</file>

<file path=ppt/tags/tag3.xml><?xml version="1.0" encoding="utf-8"?>
<p:tagLst xmlns:p="http://schemas.openxmlformats.org/presentationml/2006/main">
  <p:tag name="MH" val="20180804121219"/>
  <p:tag name="MH_LIBRARY" val="CONTENTS"/>
  <p:tag name="MH_TYPE" val="NUMBER"/>
  <p:tag name="ID" val="626777"/>
  <p:tag name="MH_ORDER" val="2"/>
  <p:tag name="KSO_WM_DIAGRAM_VIRTUALLY_FRAME" val="{&quot;height&quot;:327.54307086614165,&quot;left&quot;:243.5249606299213,&quot;top&quot;:110.86944881889762,&quot;width&quot;:804.3250393700787}"/>
</p:tagLst>
</file>

<file path=ppt/tags/tag4.xml><?xml version="1.0" encoding="utf-8"?>
<p:tagLst xmlns:p="http://schemas.openxmlformats.org/presentationml/2006/main">
  <p:tag name="MH" val="20180804121219"/>
  <p:tag name="MH_LIBRARY" val="CONTENTS"/>
  <p:tag name="MH_TYPE" val="NUMBER"/>
  <p:tag name="ID" val="626777"/>
  <p:tag name="MH_ORDER" val="3"/>
  <p:tag name="KSO_WM_DIAGRAM_VIRTUALLY_FRAME" val="{&quot;height&quot;:327.54307086614165,&quot;left&quot;:243.5249606299213,&quot;top&quot;:110.86944881889762,&quot;width&quot;:804.3250393700787}"/>
</p:tagLst>
</file>

<file path=ppt/tags/tag5.xml><?xml version="1.0" encoding="utf-8"?>
<p:tagLst xmlns:p="http://schemas.openxmlformats.org/presentationml/2006/main">
  <p:tag name="MH" val="20180804121219"/>
  <p:tag name="MH_LIBRARY" val="CONTENTS"/>
  <p:tag name="MH_TYPE" val="NUMBER"/>
  <p:tag name="ID" val="626777"/>
  <p:tag name="MH_ORDER" val="4"/>
  <p:tag name="KSO_WM_DIAGRAM_VIRTUALLY_FRAME" val="{&quot;height&quot;:327.54307086614165,&quot;left&quot;:243.5249606299213,&quot;top&quot;:110.86944881889762,&quot;width&quot;:804.3250393700787}"/>
</p:tagLst>
</file>

<file path=ppt/tags/tag6.xml><?xml version="1.0" encoding="utf-8"?>
<p:tagLst xmlns:p="http://schemas.openxmlformats.org/presentationml/2006/main">
  <p:tag name="KSO_WM_DIAGRAM_VIRTUALLY_FRAME" val="{&quot;height&quot;:327.54307086614165,&quot;left&quot;:243.5249606299213,&quot;top&quot;:110.86944881889762,&quot;width&quot;:804.3250393700787}"/>
</p:tagLst>
</file>

<file path=ppt/tags/tag7.xml><?xml version="1.0" encoding="utf-8"?>
<p:tagLst xmlns:p="http://schemas.openxmlformats.org/presentationml/2006/main">
  <p:tag name="KSO_WM_DIAGRAM_VIRTUALLY_FRAME" val="{&quot;height&quot;:327.54307086614165,&quot;left&quot;:243.5249606299213,&quot;top&quot;:110.86944881889762,&quot;width&quot;:804.3250393700787}"/>
</p:tagLst>
</file>

<file path=ppt/tags/tag8.xml><?xml version="1.0" encoding="utf-8"?>
<p:tagLst xmlns:p="http://schemas.openxmlformats.org/presentationml/2006/main">
  <p:tag name="KSO_WM_DIAGRAM_VIRTUALLY_FRAME" val="{&quot;height&quot;:327.54307086614165,&quot;left&quot;:243.5249606299213,&quot;top&quot;:110.86944881889762,&quot;width&quot;:804.3250393700787}"/>
</p:tagLst>
</file>

<file path=ppt/tags/tag9.xml><?xml version="1.0" encoding="utf-8"?>
<p:tagLst xmlns:p="http://schemas.openxmlformats.org/presentationml/2006/main">
  <p:tag name="KSO_WM_DIAGRAM_VIRTUALLY_FRAME" val="{&quot;height&quot;:327.54307086614165,&quot;left&quot;:243.5249606299213,&quot;top&quot;:110.86944881889762,&quot;width&quot;:804.3250393700787}"/>
</p:tagLst>
</file>

<file path=ppt/tags/tag10.xml><?xml version="1.0" encoding="utf-8"?>
<p:tagLst xmlns:p="http://schemas.openxmlformats.org/presentationml/2006/main">
  <p:tag name="KSO_WM_DIAGRAM_VIRTUALLY_FRAME" val="{&quot;height&quot;:483.817192087167,&quot;left&quot;:44.00002733894716,&quot;top&quot;:123.30000000000003,&quot;width&quot;:891.6999939355464}"/>
</p:tagLst>
</file>

<file path=ppt/tags/tag11.xml><?xml version="1.0" encoding="utf-8"?>
<p:tagLst xmlns:p="http://schemas.openxmlformats.org/presentationml/2006/main">
  <p:tag name="KSO_WM_DIAGRAM_VIRTUALLY_FRAME" val="{&quot;height&quot;:483.817192087167,&quot;left&quot;:44.00002733894716,&quot;top&quot;:123.30000000000003,&quot;width&quot;:891.6999939355464}"/>
</p:tagLst>
</file>

<file path=ppt/tags/tag12.xml><?xml version="1.0" encoding="utf-8"?>
<p:tagLst xmlns:p="http://schemas.openxmlformats.org/presentationml/2006/main">
  <p:tag name="KSO_WM_DIAGRAM_VIRTUALLY_FRAME" val="{&quot;height&quot;:483.817192087167,&quot;left&quot;:44.00002733894716,&quot;top&quot;:123.30000000000003,&quot;width&quot;:891.6999939355464}"/>
</p:tagLst>
</file>

<file path=ppt/tags/tag13.xml><?xml version="1.0" encoding="utf-8"?>
<p:tagLst xmlns:p="http://schemas.openxmlformats.org/presentationml/2006/main">
  <p:tag name="KSO_WM_DIAGRAM_VIRTUALLY_FRAME" val="{&quot;height&quot;:483.817192087167,&quot;left&quot;:44.00002733894716,&quot;top&quot;:123.30000000000003,&quot;width&quot;:891.6999939355464}"/>
</p:tagLst>
</file>

<file path=ppt/tags/tag14.xml><?xml version="1.0" encoding="utf-8"?>
<p:tagLst xmlns:p="http://schemas.openxmlformats.org/presentationml/2006/main">
  <p:tag name="KSO_WM_DIAGRAM_VIRTUALLY_FRAME" val="{&quot;height&quot;:483.817192087167,&quot;left&quot;:44.00002733894716,&quot;top&quot;:123.30000000000003,&quot;width&quot;:891.6999939355464}"/>
</p:tagLst>
</file>

<file path=ppt/tags/tag15.xml><?xml version="1.0" encoding="utf-8"?>
<p:tagLst xmlns:p="http://schemas.openxmlformats.org/presentationml/2006/main">
  <p:tag name="KSO_WM_DIAGRAM_VIRTUALLY_FRAME" val="{&quot;height&quot;:344.55,&quot;left&quot;:64.25,&quot;top&quot;:160.25,&quot;width&quot;:854.8}"/>
</p:tagLst>
</file>

<file path=ppt/tags/tag16.xml><?xml version="1.0" encoding="utf-8"?>
<p:tagLst xmlns:p="http://schemas.openxmlformats.org/presentationml/2006/main">
  <p:tag name="KSO_WM_DIAGRAM_VIRTUALLY_FRAME" val="{&quot;height&quot;:344.55,&quot;left&quot;:64.25,&quot;top&quot;:160.25,&quot;width&quot;:854.8}"/>
</p:tagLst>
</file>

<file path=ppt/tags/tag17.xml><?xml version="1.0" encoding="utf-8"?>
<p:tagLst xmlns:p="http://schemas.openxmlformats.org/presentationml/2006/main">
  <p:tag name="KSO_WM_DIAGRAM_VIRTUALLY_FRAME" val="{&quot;height&quot;:344.55,&quot;left&quot;:64.25,&quot;top&quot;:160.25,&quot;width&quot;:854.8}"/>
</p:tagLst>
</file>

<file path=ppt/tags/tag18.xml><?xml version="1.0" encoding="utf-8"?>
<p:tagLst xmlns:p="http://schemas.openxmlformats.org/presentationml/2006/main">
  <p:tag name="KSO_WM_DIAGRAM_VIRTUALLY_FRAME" val="{&quot;height&quot;:344.55,&quot;left&quot;:64.25,&quot;top&quot;:160.25,&quot;width&quot;:854.8}"/>
</p:tagLst>
</file>

<file path=ppt/tags/tag19.xml><?xml version="1.0" encoding="utf-8"?>
<p:tagLst xmlns:p="http://schemas.openxmlformats.org/presentationml/2006/main">
  <p:tag name="KSO_WM_DIAGRAM_VIRTUALLY_FRAME" val="{&quot;height&quot;:344.55,&quot;left&quot;:64.25,&quot;top&quot;:160.25,&quot;width&quot;:854.8}"/>
</p:tagLst>
</file>

<file path=ppt/tags/tag20.xml><?xml version="1.0" encoding="utf-8"?>
<p:tagLst xmlns:p="http://schemas.openxmlformats.org/presentationml/2006/main">
  <p:tag name="KSO_WM_DIAGRAM_VIRTUALLY_FRAME" val="{&quot;height&quot;:344.55,&quot;left&quot;:64.25,&quot;top&quot;:160.25,&quot;width&quot;:854.8}"/>
</p:tagLst>
</file>

<file path=ppt/tags/tag21.xml><?xml version="1.0" encoding="utf-8"?>
<p:tagLst xmlns:p="http://schemas.openxmlformats.org/presentationml/2006/main">
  <p:tag name="KSO_WM_DIAGRAM_VIRTUALLY_FRAME" val="{&quot;height&quot;:344.55,&quot;left&quot;:64.25,&quot;top&quot;:160.25,&quot;width&quot;:854.8}"/>
</p:tagLst>
</file>

<file path=ppt/tags/tag22.xml><?xml version="1.0" encoding="utf-8"?>
<p:tagLst xmlns:p="http://schemas.openxmlformats.org/presentationml/2006/main">
  <p:tag name="KSO_WM_DIAGRAM_VIRTUALLY_FRAME" val="{&quot;height&quot;:344.55,&quot;left&quot;:64.25,&quot;top&quot;:160.25,&quot;width&quot;:854.8}"/>
</p:tagLst>
</file>

<file path=ppt/tags/tag23.xml><?xml version="1.0" encoding="utf-8"?>
<p:tagLst xmlns:p="http://schemas.openxmlformats.org/presentationml/2006/main">
  <p:tag name="KSO_WM_DIAGRAM_VIRTUALLY_FRAME" val="{&quot;height&quot;:344.55,&quot;left&quot;:64.25,&quot;top&quot;:160.25,&quot;width&quot;:854.8}"/>
</p:tagLst>
</file>

<file path=ppt/tags/tag24.xml><?xml version="1.0" encoding="utf-8"?>
<p:tagLst xmlns:p="http://schemas.openxmlformats.org/presentationml/2006/main">
  <p:tag name="KSO_WM_DIAGRAM_VIRTUALLY_FRAME" val="{&quot;height&quot;:344.55,&quot;left&quot;:64.25,&quot;top&quot;:160.25,&quot;width&quot;:854.8}"/>
</p:tagLst>
</file>

<file path=ppt/tags/tag25.xml><?xml version="1.0" encoding="utf-8"?>
<p:tagLst xmlns:p="http://schemas.openxmlformats.org/presentationml/2006/main">
  <p:tag name="KSO_WM_DIAGRAM_VIRTUALLY_FRAME" val="{&quot;height&quot;:344.55,&quot;left&quot;:64.25,&quot;top&quot;:160.25,&quot;width&quot;:854.8}"/>
</p:tagLst>
</file>

<file path=ppt/tags/tag26.xml><?xml version="1.0" encoding="utf-8"?>
<p:tagLst xmlns:p="http://schemas.openxmlformats.org/presentationml/2006/main">
  <p:tag name="KSO_WM_DIAGRAM_VIRTUALLY_FRAME" val="{&quot;height&quot;:344.55,&quot;left&quot;:64.25,&quot;top&quot;:160.25,&quot;width&quot;:854.8}"/>
</p:tagLst>
</file>

<file path=ppt/tags/tag27.xml><?xml version="1.0" encoding="utf-8"?>
<p:tagLst xmlns:p="http://schemas.openxmlformats.org/presentationml/2006/main">
  <p:tag name="KSO_WM_DIAGRAM_VIRTUALLY_FRAME" val="{&quot;height&quot;:344.55,&quot;left&quot;:64.25,&quot;top&quot;:160.25,&quot;width&quot;:854.8}"/>
</p:tagLst>
</file>

<file path=ppt/tags/tag28.xml><?xml version="1.0" encoding="utf-8"?>
<p:tagLst xmlns:p="http://schemas.openxmlformats.org/presentationml/2006/main">
  <p:tag name="KSO_WM_DIAGRAM_VIRTUALLY_FRAME" val="{&quot;height&quot;:344.55,&quot;left&quot;:64.25,&quot;top&quot;:160.25,&quot;width&quot;:854.8}"/>
</p:tagLst>
</file>

<file path=ppt/tags/tag29.xml><?xml version="1.0" encoding="utf-8"?>
<p:tagLst xmlns:p="http://schemas.openxmlformats.org/presentationml/2006/main">
  <p:tag name="KSO_WM_DIAGRAM_VIRTUALLY_FRAME" val="{&quot;height&quot;:344.55,&quot;left&quot;:64.25,&quot;top&quot;:160.25,&quot;width&quot;:854.8}"/>
</p:tagLst>
</file>

<file path=ppt/tags/tag30.xml><?xml version="1.0" encoding="utf-8"?>
<p:tagLst xmlns:p="http://schemas.openxmlformats.org/presentationml/2006/main">
  <p:tag name="KSO_WM_DIAGRAM_VIRTUALLY_FRAME" val="{&quot;height&quot;:344.55,&quot;left&quot;:64.25,&quot;top&quot;:160.25,&quot;width&quot;:854.8}"/>
</p:tagLst>
</file>

<file path=ppt/tags/tag31.xml><?xml version="1.0" encoding="utf-8"?>
<p:tagLst xmlns:p="http://schemas.openxmlformats.org/presentationml/2006/main">
  <p:tag name="KSO_WM_DIAGRAM_VIRTUALLY_FRAME" val="{&quot;height&quot;:344.55,&quot;left&quot;:64.25,&quot;top&quot;:160.25,&quot;width&quot;:854.8}"/>
</p:tagLst>
</file>

<file path=ppt/tags/tag32.xml><?xml version="1.0" encoding="utf-8"?>
<p:tagLst xmlns:p="http://schemas.openxmlformats.org/presentationml/2006/main">
  <p:tag name="KSO_WM_DIAGRAM_VIRTUALLY_FRAME" val="{&quot;height&quot;:344.55,&quot;left&quot;:64.25,&quot;top&quot;:160.25,&quot;width&quot;:854.8}"/>
</p:tagLst>
</file>

<file path=ppt/tags/tag33.xml><?xml version="1.0" encoding="utf-8"?>
<p:tagLst xmlns:p="http://schemas.openxmlformats.org/presentationml/2006/main">
  <p:tag name="KSO_WM_DIAGRAM_VIRTUALLY_FRAME" val="{&quot;height&quot;:344.55,&quot;left&quot;:64.25,&quot;top&quot;:160.25,&quot;width&quot;:854.8}"/>
</p:tagLst>
</file>

<file path=ppt/tags/tag34.xml><?xml version="1.0" encoding="utf-8"?>
<p:tagLst xmlns:p="http://schemas.openxmlformats.org/presentationml/2006/main">
  <p:tag name="KSO_WM_DIAGRAM_VIRTUALLY_FRAME" val="{&quot;height&quot;:344.55,&quot;left&quot;:64.25,&quot;top&quot;:160.25,&quot;width&quot;:854.8}"/>
</p:tagLst>
</file>

<file path=ppt/tags/tag35.xml><?xml version="1.0" encoding="utf-8"?>
<p:tagLst xmlns:p="http://schemas.openxmlformats.org/presentationml/2006/main">
  <p:tag name="KSO_WM_DIAGRAM_VIRTUALLY_FRAME" val="{&quot;height&quot;:344.55,&quot;left&quot;:64.25,&quot;top&quot;:160.25,&quot;width&quot;:854.8}"/>
</p:tagLst>
</file>

<file path=ppt/tags/tag36.xml><?xml version="1.0" encoding="utf-8"?>
<p:tagLst xmlns:p="http://schemas.openxmlformats.org/presentationml/2006/main">
  <p:tag name="KSO_WM_DIAGRAM_VIRTUALLY_FRAME" val="{&quot;height&quot;:344.55,&quot;left&quot;:64.25,&quot;top&quot;:160.25,&quot;width&quot;:854.8}"/>
</p:tagLst>
</file>

<file path=ppt/tags/tag37.xml><?xml version="1.0" encoding="utf-8"?>
<p:tagLst xmlns:p="http://schemas.openxmlformats.org/presentationml/2006/main">
  <p:tag name="KSO_WM_DIAGRAM_VIRTUALLY_FRAME" val="{&quot;height&quot;:344.55,&quot;left&quot;:64.25,&quot;top&quot;:160.25,&quot;width&quot;:854.8}"/>
</p:tagLst>
</file>

<file path=ppt/tags/tag38.xml><?xml version="1.0" encoding="utf-8"?>
<p:tagLst xmlns:p="http://schemas.openxmlformats.org/presentationml/2006/main">
  <p:tag name="KSO_WM_DIAGRAM_VIRTUALLY_FRAME" val="{&quot;height&quot;:344.55,&quot;left&quot;:64.25,&quot;top&quot;:160.25,&quot;width&quot;:854.8}"/>
</p:tagLst>
</file>

<file path=ppt/tags/tag39.xml><?xml version="1.0" encoding="utf-8"?>
<p:tagLst xmlns:p="http://schemas.openxmlformats.org/presentationml/2006/main">
  <p:tag name="KSO_WM_DIAGRAM_VIRTUALLY_FRAME" val="{&quot;height&quot;:327.54307086614165,&quot;left&quot;:243.5249606299213,&quot;top&quot;:110.86944881889762,&quot;width&quot;:804.3250393700787}"/>
</p:tagLst>
</file>

<file path=ppt/tags/tag40.xml><?xml version="1.0" encoding="utf-8"?>
<p:tagLst xmlns:p="http://schemas.openxmlformats.org/presentationml/2006/main">
  <p:tag name="MH_CONTENTSID" val="635"/>
</p:tagLst>
</file>

<file path=ppt/theme/theme1.xml><?xml version="1.0" encoding="utf-8"?>
<a:theme xmlns:a="http://schemas.openxmlformats.org/drawingml/2006/main" name="千图网海量PPT模板www.58pic.com">
  <a:themeElements>
    <a:clrScheme name="自定义 58">
      <a:dk1>
        <a:sysClr val="windowText" lastClr="000000"/>
      </a:dk1>
      <a:lt1>
        <a:sysClr val="window" lastClr="FFFFFF"/>
      </a:lt1>
      <a:dk2>
        <a:srgbClr val="9DCBDB"/>
      </a:dk2>
      <a:lt2>
        <a:srgbClr val="D9E1F3"/>
      </a:lt2>
      <a:accent1>
        <a:srgbClr val="AFCEA2"/>
      </a:accent1>
      <a:accent2>
        <a:srgbClr val="F2F2F2"/>
      </a:accent2>
      <a:accent3>
        <a:srgbClr val="EF5E59"/>
      </a:accent3>
      <a:accent4>
        <a:srgbClr val="AFCEA2"/>
      </a:accent4>
      <a:accent5>
        <a:srgbClr val="AFCEA2"/>
      </a:accent5>
      <a:accent6>
        <a:srgbClr val="93C1D1"/>
      </a:accent6>
      <a:hlink>
        <a:srgbClr val="0000FF"/>
      </a:hlink>
      <a:folHlink>
        <a:srgbClr val="800080"/>
      </a:folHlink>
    </a:clrScheme>
    <a:fontScheme name="自定义 4">
      <a:majorFont>
        <a:latin typeface="字魂36号-正文宋楷"/>
        <a:ea typeface="字魂36号-正文宋楷"/>
        <a:cs typeface=""/>
      </a:majorFont>
      <a:minorFont>
        <a:latin typeface="字魂36号-正文宋楷"/>
        <a:ea typeface="字魂36号-正文宋楷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思源黑体 CN Bold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思源黑体 CN Bold"/>
        <a:font script="Hant" typeface="新細明體"/>
        <a:font script="Arab" typeface="字魂36号-正文宋楷"/>
        <a:font script="Hebr" typeface="字魂36号-正文宋楷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字魂36号-正文宋楷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字魂36号-正文宋楷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字魂36号-正文宋楷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字魂36号-正文宋楷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字魂36号-正文宋楷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2766</Words>
  <Application>WPS 演示</Application>
  <PresentationFormat>自定义</PresentationFormat>
  <Paragraphs>155</Paragraphs>
  <Slides>15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42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59" baseType="lpstr">
      <vt:lpstr>Arial</vt:lpstr>
      <vt:lpstr>宋体</vt:lpstr>
      <vt:lpstr>Wingdings</vt:lpstr>
      <vt:lpstr>Rockwell</vt:lpstr>
      <vt:lpstr>字魂36号-正文宋楷</vt:lpstr>
      <vt:lpstr>思源黑体 CN Bold</vt:lpstr>
      <vt:lpstr>黑体</vt:lpstr>
      <vt:lpstr>字魂35号-经典雅黑</vt:lpstr>
      <vt:lpstr>Calibri Light</vt:lpstr>
      <vt:lpstr>方正宋刻本秀楷简体</vt:lpstr>
      <vt:lpstr>Calibri</vt:lpstr>
      <vt:lpstr>Arial Unicode MS</vt:lpstr>
      <vt:lpstr>Helvetica Light</vt:lpstr>
      <vt:lpstr>HappyZcool-2016</vt:lpstr>
      <vt:lpstr>微软雅黑</vt:lpstr>
      <vt:lpstr>BentonSansF Book</vt:lpstr>
      <vt:lpstr>Segoe Print</vt:lpstr>
      <vt:lpstr>Open Sans Light</vt:lpstr>
      <vt:lpstr>Arial Unicode MS</vt:lpstr>
      <vt:lpstr>思源黑体 Light</vt:lpstr>
      <vt:lpstr>思源黑体 Light</vt:lpstr>
      <vt:lpstr>Open Sans</vt:lpstr>
      <vt:lpstr>Open Sans</vt:lpstr>
      <vt:lpstr>KSOFD723FC5D</vt:lpstr>
      <vt:lpstr>Times New Roman</vt:lpstr>
      <vt:lpstr>HappyZcool-2016</vt:lpstr>
      <vt:lpstr>Helvetica Light</vt:lpstr>
      <vt:lpstr>字魂35号-经典雅黑</vt:lpstr>
      <vt:lpstr>字魂36号-正文宋楷</vt:lpstr>
      <vt:lpstr>思源黑体 CN Bold</vt:lpstr>
      <vt:lpstr>思源黑体 Light</vt:lpstr>
      <vt:lpstr>方正宋刻本秀楷简体</vt:lpstr>
      <vt:lpstr>Rockwell Nova Regular</vt:lpstr>
      <vt:lpstr>字魂正文宋楷</vt:lpstr>
      <vt:lpstr>蒙纳黑体 PRC Bold</vt:lpstr>
      <vt:lpstr>字魂经典雅黑</vt:lpstr>
      <vt:lpstr>Helvetica LT Pro</vt:lpstr>
      <vt:lpstr>Be Happy</vt:lpstr>
      <vt:lpstr>Saturday Sans Regular</vt:lpstr>
      <vt:lpstr>方正宝黑体 简 Light</vt:lpstr>
      <vt:lpstr>quote-cjk-patch</vt:lpstr>
      <vt:lpstr>Arial</vt:lpstr>
      <vt:lpstr>千图网海量PPT模板www.58pic.com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WPS_1757208330</cp:lastModifiedBy>
  <cp:revision>10591</cp:revision>
  <cp:lastPrinted>2113-01-01T00:00:00Z</cp:lastPrinted>
  <dcterms:created xsi:type="dcterms:W3CDTF">2015-07-08T08:22:00Z</dcterms:created>
  <dcterms:modified xsi:type="dcterms:W3CDTF">2026-10-27T01:24:15Z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2052-12.1.0.29161</vt:lpwstr>
  </property>
  <property fmtid="{D5CDD505-2E9C-101B-9397-08002B2CF9AE}" pid="4" name="ICV">
    <vt:lpwstr>AE150FC586B04F30BA11AC26A9982CC4_13</vt:lpwstr>
  </property>
</Properties>
</file>